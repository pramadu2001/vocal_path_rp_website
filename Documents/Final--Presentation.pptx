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333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0" b="1" i="0">
                <a:solidFill>
                  <a:srgbClr val="0333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333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0" b="1" i="0">
                <a:solidFill>
                  <a:srgbClr val="0333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333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1563508" y="3788276"/>
            <a:ext cx="6329680" cy="5374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>
                <a:solidFill>
                  <a:srgbClr val="048CF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731687"/>
            <a:ext cx="1029335" cy="4555490"/>
          </a:xfrm>
          <a:custGeom>
            <a:avLst/>
            <a:gdLst/>
            <a:ahLst/>
            <a:cxnLst/>
            <a:rect l="l" t="t" r="r" b="b"/>
            <a:pathLst>
              <a:path w="1029335" h="4555490">
                <a:moveTo>
                  <a:pt x="1028801" y="301929"/>
                </a:moveTo>
                <a:lnTo>
                  <a:pt x="151307" y="895311"/>
                </a:lnTo>
                <a:lnTo>
                  <a:pt x="151307" y="0"/>
                </a:lnTo>
                <a:lnTo>
                  <a:pt x="0" y="99301"/>
                </a:lnTo>
                <a:lnTo>
                  <a:pt x="0" y="142227"/>
                </a:lnTo>
                <a:lnTo>
                  <a:pt x="115481" y="66433"/>
                </a:lnTo>
                <a:lnTo>
                  <a:pt x="115481" y="919543"/>
                </a:lnTo>
                <a:lnTo>
                  <a:pt x="0" y="997623"/>
                </a:lnTo>
                <a:lnTo>
                  <a:pt x="0" y="4555325"/>
                </a:lnTo>
                <a:lnTo>
                  <a:pt x="115481" y="4555325"/>
                </a:lnTo>
                <a:lnTo>
                  <a:pt x="151307" y="4555325"/>
                </a:lnTo>
                <a:lnTo>
                  <a:pt x="1028801" y="4555325"/>
                </a:lnTo>
                <a:lnTo>
                  <a:pt x="1028801" y="301929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6126434" y="11"/>
            <a:ext cx="2162175" cy="3293745"/>
          </a:xfrm>
          <a:custGeom>
            <a:avLst/>
            <a:gdLst/>
            <a:ahLst/>
            <a:cxnLst/>
            <a:rect l="l" t="t" r="r" b="b"/>
            <a:pathLst>
              <a:path w="2162175" h="3293745">
                <a:moveTo>
                  <a:pt x="2161565" y="3228302"/>
                </a:moveTo>
                <a:lnTo>
                  <a:pt x="42976" y="0"/>
                </a:lnTo>
                <a:lnTo>
                  <a:pt x="0" y="0"/>
                </a:lnTo>
                <a:lnTo>
                  <a:pt x="2161565" y="3293618"/>
                </a:lnTo>
                <a:lnTo>
                  <a:pt x="2161565" y="3228302"/>
                </a:lnTo>
                <a:close/>
              </a:path>
              <a:path w="2162175" h="3293745">
                <a:moveTo>
                  <a:pt x="2161565" y="0"/>
                </a:moveTo>
                <a:lnTo>
                  <a:pt x="904011" y="0"/>
                </a:lnTo>
                <a:lnTo>
                  <a:pt x="2161565" y="1859686"/>
                </a:lnTo>
                <a:lnTo>
                  <a:pt x="2161565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17030" y="11597"/>
            <a:ext cx="157062" cy="15706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50292" y="11597"/>
            <a:ext cx="157062" cy="15706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3555" y="11597"/>
            <a:ext cx="157062" cy="15706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16819" y="11597"/>
            <a:ext cx="148456" cy="15706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17030" y="244859"/>
            <a:ext cx="157062" cy="15706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450292" y="244859"/>
            <a:ext cx="157062" cy="15706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83555" y="244859"/>
            <a:ext cx="157062" cy="15706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916819" y="244859"/>
            <a:ext cx="148456" cy="157062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217030" y="478122"/>
            <a:ext cx="157062" cy="157062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450292" y="478122"/>
            <a:ext cx="157062" cy="157062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683555" y="478122"/>
            <a:ext cx="157062" cy="15706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16819" y="478122"/>
            <a:ext cx="148456" cy="157062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217030" y="711385"/>
            <a:ext cx="157062" cy="157062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450292" y="711385"/>
            <a:ext cx="157062" cy="157062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683555" y="711385"/>
            <a:ext cx="157062" cy="157062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16819" y="711385"/>
            <a:ext cx="148456" cy="157062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217030" y="944647"/>
            <a:ext cx="157062" cy="157062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450292" y="944647"/>
            <a:ext cx="157062" cy="157062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683555" y="944647"/>
            <a:ext cx="157062" cy="157062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16819" y="944647"/>
            <a:ext cx="148456" cy="15706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217032" y="1177910"/>
            <a:ext cx="157062" cy="148635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450294" y="1177910"/>
            <a:ext cx="157062" cy="148635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683557" y="1177910"/>
            <a:ext cx="157062" cy="148635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916819" y="1177910"/>
            <a:ext cx="148456" cy="148635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17704674" y="9398118"/>
            <a:ext cx="583565" cy="889000"/>
          </a:xfrm>
          <a:custGeom>
            <a:avLst/>
            <a:gdLst/>
            <a:ahLst/>
            <a:cxnLst/>
            <a:rect l="l" t="t" r="r" b="b"/>
            <a:pathLst>
              <a:path w="583565" h="889000">
                <a:moveTo>
                  <a:pt x="38469" y="888881"/>
                </a:moveTo>
                <a:lnTo>
                  <a:pt x="0" y="888881"/>
                </a:lnTo>
                <a:lnTo>
                  <a:pt x="583326" y="0"/>
                </a:lnTo>
                <a:lnTo>
                  <a:pt x="583326" y="58626"/>
                </a:lnTo>
                <a:lnTo>
                  <a:pt x="38469" y="888881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17196892" y="7908784"/>
            <a:ext cx="1091565" cy="2303780"/>
          </a:xfrm>
          <a:custGeom>
            <a:avLst/>
            <a:gdLst/>
            <a:ahLst/>
            <a:cxnLst/>
            <a:rect l="l" t="t" r="r" b="b"/>
            <a:pathLst>
              <a:path w="1091565" h="2303779">
                <a:moveTo>
                  <a:pt x="1091095" y="2272030"/>
                </a:moveTo>
                <a:lnTo>
                  <a:pt x="32219" y="2272030"/>
                </a:lnTo>
                <a:lnTo>
                  <a:pt x="32219" y="33020"/>
                </a:lnTo>
                <a:lnTo>
                  <a:pt x="554329" y="33020"/>
                </a:lnTo>
                <a:lnTo>
                  <a:pt x="554329" y="0"/>
                </a:lnTo>
                <a:lnTo>
                  <a:pt x="0" y="0"/>
                </a:lnTo>
                <a:lnTo>
                  <a:pt x="0" y="33020"/>
                </a:lnTo>
                <a:lnTo>
                  <a:pt x="0" y="2272030"/>
                </a:lnTo>
                <a:lnTo>
                  <a:pt x="0" y="2303780"/>
                </a:lnTo>
                <a:lnTo>
                  <a:pt x="1091095" y="2303780"/>
                </a:lnTo>
                <a:lnTo>
                  <a:pt x="1091095" y="2272030"/>
                </a:lnTo>
                <a:close/>
              </a:path>
              <a:path w="1091565" h="2303779">
                <a:moveTo>
                  <a:pt x="1091095" y="229870"/>
                </a:moveTo>
                <a:lnTo>
                  <a:pt x="317360" y="229870"/>
                </a:lnTo>
                <a:lnTo>
                  <a:pt x="317360" y="261620"/>
                </a:lnTo>
                <a:lnTo>
                  <a:pt x="317360" y="2018030"/>
                </a:lnTo>
                <a:lnTo>
                  <a:pt x="317360" y="2049780"/>
                </a:lnTo>
                <a:lnTo>
                  <a:pt x="1091095" y="2049780"/>
                </a:lnTo>
                <a:lnTo>
                  <a:pt x="1091095" y="2018030"/>
                </a:lnTo>
                <a:lnTo>
                  <a:pt x="349580" y="2018030"/>
                </a:lnTo>
                <a:lnTo>
                  <a:pt x="349580" y="261620"/>
                </a:lnTo>
                <a:lnTo>
                  <a:pt x="1091095" y="261620"/>
                </a:lnTo>
                <a:lnTo>
                  <a:pt x="1091095" y="22987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0" y="0"/>
            <a:ext cx="320675" cy="488950"/>
          </a:xfrm>
          <a:custGeom>
            <a:avLst/>
            <a:gdLst/>
            <a:ahLst/>
            <a:cxnLst/>
            <a:rect l="l" t="t" r="r" b="b"/>
            <a:pathLst>
              <a:path w="320675" h="488950">
                <a:moveTo>
                  <a:pt x="285690" y="0"/>
                </a:moveTo>
                <a:lnTo>
                  <a:pt x="320560" y="0"/>
                </a:lnTo>
                <a:lnTo>
                  <a:pt x="0" y="488475"/>
                </a:lnTo>
                <a:lnTo>
                  <a:pt x="0" y="435335"/>
                </a:lnTo>
                <a:lnTo>
                  <a:pt x="285690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0" y="481"/>
            <a:ext cx="929005" cy="1929130"/>
          </a:xfrm>
          <a:custGeom>
            <a:avLst/>
            <a:gdLst/>
            <a:ahLst/>
            <a:cxnLst/>
            <a:rect l="l" t="t" r="r" b="b"/>
            <a:pathLst>
              <a:path w="929005" h="1929130">
                <a:moveTo>
                  <a:pt x="641045" y="71120"/>
                </a:moveTo>
                <a:lnTo>
                  <a:pt x="0" y="71120"/>
                </a:lnTo>
                <a:lnTo>
                  <a:pt x="0" y="100330"/>
                </a:lnTo>
                <a:lnTo>
                  <a:pt x="611835" y="100330"/>
                </a:lnTo>
                <a:lnTo>
                  <a:pt x="611835" y="1692910"/>
                </a:lnTo>
                <a:lnTo>
                  <a:pt x="0" y="1692910"/>
                </a:lnTo>
                <a:lnTo>
                  <a:pt x="0" y="1722120"/>
                </a:lnTo>
                <a:lnTo>
                  <a:pt x="641045" y="1722120"/>
                </a:lnTo>
                <a:lnTo>
                  <a:pt x="641045" y="1692910"/>
                </a:lnTo>
                <a:lnTo>
                  <a:pt x="641045" y="100330"/>
                </a:lnTo>
                <a:lnTo>
                  <a:pt x="641045" y="71120"/>
                </a:lnTo>
                <a:close/>
              </a:path>
              <a:path w="929005" h="1929130">
                <a:moveTo>
                  <a:pt x="928700" y="0"/>
                </a:moveTo>
                <a:lnTo>
                  <a:pt x="899490" y="0"/>
                </a:lnTo>
                <a:lnTo>
                  <a:pt x="899490" y="1899920"/>
                </a:lnTo>
                <a:lnTo>
                  <a:pt x="426250" y="1899920"/>
                </a:lnTo>
                <a:lnTo>
                  <a:pt x="426250" y="1929130"/>
                </a:lnTo>
                <a:lnTo>
                  <a:pt x="928700" y="1929130"/>
                </a:lnTo>
                <a:lnTo>
                  <a:pt x="928700" y="1899920"/>
                </a:lnTo>
                <a:lnTo>
                  <a:pt x="928700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333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645583"/>
            <a:ext cx="14560053" cy="143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333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90361" y="3878262"/>
            <a:ext cx="12038965" cy="3242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0" b="1" i="0">
                <a:solidFill>
                  <a:srgbClr val="033358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33.png"/><Relationship Id="rId22" Type="http://schemas.openxmlformats.org/officeDocument/2006/relationships/image" Target="../media/image34.png"/><Relationship Id="rId23" Type="http://schemas.openxmlformats.org/officeDocument/2006/relationships/image" Target="../media/image35.png"/><Relationship Id="rId24" Type="http://schemas.openxmlformats.org/officeDocument/2006/relationships/image" Target="../media/image36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3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72.png"/><Relationship Id="rId19" Type="http://schemas.openxmlformats.org/officeDocument/2006/relationships/image" Target="../media/image73.png"/><Relationship Id="rId20" Type="http://schemas.openxmlformats.org/officeDocument/2006/relationships/image" Target="../media/image74.png"/><Relationship Id="rId21" Type="http://schemas.openxmlformats.org/officeDocument/2006/relationships/image" Target="../media/image75.png"/><Relationship Id="rId22" Type="http://schemas.openxmlformats.org/officeDocument/2006/relationships/image" Target="../media/image76.png"/><Relationship Id="rId23" Type="http://schemas.openxmlformats.org/officeDocument/2006/relationships/image" Target="../media/image77.png"/><Relationship Id="rId24" Type="http://schemas.openxmlformats.org/officeDocument/2006/relationships/image" Target="../media/image78.png"/><Relationship Id="rId25" Type="http://schemas.openxmlformats.org/officeDocument/2006/relationships/image" Target="../media/image79.png"/><Relationship Id="rId26" Type="http://schemas.openxmlformats.org/officeDocument/2006/relationships/image" Target="../media/image80.png"/><Relationship Id="rId27" Type="http://schemas.openxmlformats.org/officeDocument/2006/relationships/image" Target="../media/image81.png"/><Relationship Id="rId28" Type="http://schemas.openxmlformats.org/officeDocument/2006/relationships/image" Target="../media/image82.png"/><Relationship Id="rId29" Type="http://schemas.openxmlformats.org/officeDocument/2006/relationships/image" Target="../media/image83.png"/><Relationship Id="rId30" Type="http://schemas.openxmlformats.org/officeDocument/2006/relationships/image" Target="../media/image84.png"/><Relationship Id="rId31" Type="http://schemas.openxmlformats.org/officeDocument/2006/relationships/image" Target="../media/image85.png"/><Relationship Id="rId32" Type="http://schemas.openxmlformats.org/officeDocument/2006/relationships/image" Target="../media/image86.png"/><Relationship Id="rId33" Type="http://schemas.openxmlformats.org/officeDocument/2006/relationships/image" Target="../media/image87.png"/><Relationship Id="rId34" Type="http://schemas.openxmlformats.org/officeDocument/2006/relationships/image" Target="../media/image8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97.png"/><Relationship Id="rId11" Type="http://schemas.openxmlformats.org/officeDocument/2006/relationships/image" Target="../media/image98.png"/><Relationship Id="rId12" Type="http://schemas.openxmlformats.org/officeDocument/2006/relationships/image" Target="../media/image99.png"/><Relationship Id="rId13" Type="http://schemas.openxmlformats.org/officeDocument/2006/relationships/image" Target="../media/image100.png"/><Relationship Id="rId14" Type="http://schemas.openxmlformats.org/officeDocument/2006/relationships/image" Target="../media/image101.png"/><Relationship Id="rId15" Type="http://schemas.openxmlformats.org/officeDocument/2006/relationships/image" Target="../media/image102.png"/><Relationship Id="rId16" Type="http://schemas.openxmlformats.org/officeDocument/2006/relationships/image" Target="../media/image103.png"/><Relationship Id="rId17" Type="http://schemas.openxmlformats.org/officeDocument/2006/relationships/image" Target="../media/image104.png"/><Relationship Id="rId18" Type="http://schemas.openxmlformats.org/officeDocument/2006/relationships/image" Target="../media/image105.png"/><Relationship Id="rId19" Type="http://schemas.openxmlformats.org/officeDocument/2006/relationships/image" Target="../media/image106.png"/><Relationship Id="rId20" Type="http://schemas.openxmlformats.org/officeDocument/2006/relationships/image" Target="../media/image107.png"/><Relationship Id="rId21" Type="http://schemas.openxmlformats.org/officeDocument/2006/relationships/image" Target="../media/image108.png"/><Relationship Id="rId22" Type="http://schemas.openxmlformats.org/officeDocument/2006/relationships/image" Target="../media/image109.png"/><Relationship Id="rId23" Type="http://schemas.openxmlformats.org/officeDocument/2006/relationships/image" Target="../media/image110.png"/><Relationship Id="rId24" Type="http://schemas.openxmlformats.org/officeDocument/2006/relationships/image" Target="../media/image111.png"/><Relationship Id="rId25" Type="http://schemas.openxmlformats.org/officeDocument/2006/relationships/image" Target="../media/image112.png"/><Relationship Id="rId26" Type="http://schemas.openxmlformats.org/officeDocument/2006/relationships/image" Target="../media/image113.png"/><Relationship Id="rId27" Type="http://schemas.openxmlformats.org/officeDocument/2006/relationships/image" Target="../media/image114.png"/><Relationship Id="rId28" Type="http://schemas.openxmlformats.org/officeDocument/2006/relationships/image" Target="../media/image115.png"/><Relationship Id="rId29" Type="http://schemas.openxmlformats.org/officeDocument/2006/relationships/image" Target="../media/image116.png"/><Relationship Id="rId30" Type="http://schemas.openxmlformats.org/officeDocument/2006/relationships/image" Target="../media/image117.png"/><Relationship Id="rId31" Type="http://schemas.openxmlformats.org/officeDocument/2006/relationships/image" Target="../media/image118.png"/><Relationship Id="rId32" Type="http://schemas.openxmlformats.org/officeDocument/2006/relationships/image" Target="../media/image11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59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72.png"/><Relationship Id="rId13" Type="http://schemas.openxmlformats.org/officeDocument/2006/relationships/image" Target="../media/image131.png"/><Relationship Id="rId14" Type="http://schemas.openxmlformats.org/officeDocument/2006/relationships/image" Target="../media/image75.png"/><Relationship Id="rId15" Type="http://schemas.openxmlformats.org/officeDocument/2006/relationships/image" Target="../media/image34.png"/><Relationship Id="rId16" Type="http://schemas.openxmlformats.org/officeDocument/2006/relationships/image" Target="../media/image132.png"/><Relationship Id="rId17" Type="http://schemas.openxmlformats.org/officeDocument/2006/relationships/image" Target="../media/image133.png"/><Relationship Id="rId18" Type="http://schemas.openxmlformats.org/officeDocument/2006/relationships/image" Target="../media/image36.png"/><Relationship Id="rId19" Type="http://schemas.openxmlformats.org/officeDocument/2006/relationships/image" Target="../media/image31.png"/><Relationship Id="rId20" Type="http://schemas.openxmlformats.org/officeDocument/2006/relationships/image" Target="../media/image134.png"/><Relationship Id="rId21" Type="http://schemas.openxmlformats.org/officeDocument/2006/relationships/image" Target="../media/image135.png"/><Relationship Id="rId22" Type="http://schemas.openxmlformats.org/officeDocument/2006/relationships/image" Target="../media/image136.png"/><Relationship Id="rId23" Type="http://schemas.openxmlformats.org/officeDocument/2006/relationships/image" Target="../media/image137.png"/><Relationship Id="rId24" Type="http://schemas.openxmlformats.org/officeDocument/2006/relationships/image" Target="../media/image138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3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3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25.png"/><Relationship Id="rId6" Type="http://schemas.openxmlformats.org/officeDocument/2006/relationships/image" Target="../media/image143.png"/><Relationship Id="rId7" Type="http://schemas.openxmlformats.org/officeDocument/2006/relationships/image" Target="../media/image127.png"/><Relationship Id="rId8" Type="http://schemas.openxmlformats.org/officeDocument/2006/relationships/image" Target="../media/image59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72.png"/><Relationship Id="rId13" Type="http://schemas.openxmlformats.org/officeDocument/2006/relationships/image" Target="../media/image131.png"/><Relationship Id="rId14" Type="http://schemas.openxmlformats.org/officeDocument/2006/relationships/image" Target="../media/image75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44.png"/><Relationship Id="rId18" Type="http://schemas.openxmlformats.org/officeDocument/2006/relationships/image" Target="../media/image138.png"/><Relationship Id="rId19" Type="http://schemas.openxmlformats.org/officeDocument/2006/relationships/image" Target="../media/image31.png"/><Relationship Id="rId20" Type="http://schemas.openxmlformats.org/officeDocument/2006/relationships/image" Target="../media/image145.png"/><Relationship Id="rId21" Type="http://schemas.openxmlformats.org/officeDocument/2006/relationships/image" Target="../media/image146.png"/><Relationship Id="rId22" Type="http://schemas.openxmlformats.org/officeDocument/2006/relationships/image" Target="../media/image147.png"/><Relationship Id="rId23" Type="http://schemas.openxmlformats.org/officeDocument/2006/relationships/image" Target="../media/image148.png"/><Relationship Id="rId24" Type="http://schemas.openxmlformats.org/officeDocument/2006/relationships/image" Target="../media/image149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3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Relationship Id="rId3" Type="http://schemas.openxmlformats.org/officeDocument/2006/relationships/image" Target="../media/image15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Relationship Id="rId4" Type="http://schemas.openxmlformats.org/officeDocument/2006/relationships/image" Target="../media/image154.png"/><Relationship Id="rId5" Type="http://schemas.openxmlformats.org/officeDocument/2006/relationships/image" Target="../media/image125.png"/><Relationship Id="rId6" Type="http://schemas.openxmlformats.org/officeDocument/2006/relationships/image" Target="../media/image155.png"/><Relationship Id="rId7" Type="http://schemas.openxmlformats.org/officeDocument/2006/relationships/image" Target="../media/image127.png"/><Relationship Id="rId8" Type="http://schemas.openxmlformats.org/officeDocument/2006/relationships/image" Target="../media/image59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72.png"/><Relationship Id="rId13" Type="http://schemas.openxmlformats.org/officeDocument/2006/relationships/image" Target="../media/image131.png"/><Relationship Id="rId14" Type="http://schemas.openxmlformats.org/officeDocument/2006/relationships/image" Target="../media/image75.png"/><Relationship Id="rId15" Type="http://schemas.openxmlformats.org/officeDocument/2006/relationships/image" Target="../media/image147.png"/><Relationship Id="rId16" Type="http://schemas.openxmlformats.org/officeDocument/2006/relationships/image" Target="../media/image148.png"/><Relationship Id="rId17" Type="http://schemas.openxmlformats.org/officeDocument/2006/relationships/image" Target="../media/image156.png"/><Relationship Id="rId18" Type="http://schemas.openxmlformats.org/officeDocument/2006/relationships/image" Target="../media/image149.png"/><Relationship Id="rId19" Type="http://schemas.openxmlformats.org/officeDocument/2006/relationships/image" Target="../media/image31.png"/><Relationship Id="rId20" Type="http://schemas.openxmlformats.org/officeDocument/2006/relationships/image" Target="../media/image157.png"/><Relationship Id="rId21" Type="http://schemas.openxmlformats.org/officeDocument/2006/relationships/image" Target="../media/image158.png"/><Relationship Id="rId22" Type="http://schemas.openxmlformats.org/officeDocument/2006/relationships/image" Target="../media/image159.png"/><Relationship Id="rId23" Type="http://schemas.openxmlformats.org/officeDocument/2006/relationships/image" Target="../media/image160.png"/><Relationship Id="rId24" Type="http://schemas.openxmlformats.org/officeDocument/2006/relationships/image" Target="../media/image161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3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2.png"/><Relationship Id="rId3" Type="http://schemas.openxmlformats.org/officeDocument/2006/relationships/image" Target="../media/image16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25.png"/><Relationship Id="rId6" Type="http://schemas.openxmlformats.org/officeDocument/2006/relationships/image" Target="../media/image167.png"/><Relationship Id="rId7" Type="http://schemas.openxmlformats.org/officeDocument/2006/relationships/image" Target="../media/image127.png"/><Relationship Id="rId8" Type="http://schemas.openxmlformats.org/officeDocument/2006/relationships/image" Target="../media/image59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72.png"/><Relationship Id="rId13" Type="http://schemas.openxmlformats.org/officeDocument/2006/relationships/image" Target="../media/image131.png"/><Relationship Id="rId14" Type="http://schemas.openxmlformats.org/officeDocument/2006/relationships/image" Target="../media/image75.png"/><Relationship Id="rId15" Type="http://schemas.openxmlformats.org/officeDocument/2006/relationships/image" Target="../media/image159.png"/><Relationship Id="rId16" Type="http://schemas.openxmlformats.org/officeDocument/2006/relationships/image" Target="../media/image160.png"/><Relationship Id="rId17" Type="http://schemas.openxmlformats.org/officeDocument/2006/relationships/image" Target="../media/image168.png"/><Relationship Id="rId18" Type="http://schemas.openxmlformats.org/officeDocument/2006/relationships/image" Target="../media/image161.png"/><Relationship Id="rId19" Type="http://schemas.openxmlformats.org/officeDocument/2006/relationships/image" Target="../media/image31.png"/><Relationship Id="rId20" Type="http://schemas.openxmlformats.org/officeDocument/2006/relationships/image" Target="../media/image169.png"/><Relationship Id="rId21" Type="http://schemas.openxmlformats.org/officeDocument/2006/relationships/image" Target="../media/image170.png"/><Relationship Id="rId22" Type="http://schemas.openxmlformats.org/officeDocument/2006/relationships/image" Target="../media/image171.png"/><Relationship Id="rId23" Type="http://schemas.openxmlformats.org/officeDocument/2006/relationships/image" Target="../media/image172.png"/><Relationship Id="rId24" Type="http://schemas.openxmlformats.org/officeDocument/2006/relationships/image" Target="../media/image173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3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4.png"/><Relationship Id="rId6" Type="http://schemas.openxmlformats.org/officeDocument/2006/relationships/image" Target="../media/image18.png"/><Relationship Id="rId7" Type="http://schemas.openxmlformats.org/officeDocument/2006/relationships/image" Target="../media/image175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171.png"/><Relationship Id="rId16" Type="http://schemas.openxmlformats.org/officeDocument/2006/relationships/image" Target="../media/image172.png"/><Relationship Id="rId17" Type="http://schemas.openxmlformats.org/officeDocument/2006/relationships/image" Target="../media/image176.png"/><Relationship Id="rId18" Type="http://schemas.openxmlformats.org/officeDocument/2006/relationships/image" Target="../media/image173.png"/><Relationship Id="rId19" Type="http://schemas.openxmlformats.org/officeDocument/2006/relationships/image" Target="../media/image31.png"/><Relationship Id="rId20" Type="http://schemas.openxmlformats.org/officeDocument/2006/relationships/image" Target="../media/image177.png"/><Relationship Id="rId21" Type="http://schemas.openxmlformats.org/officeDocument/2006/relationships/image" Target="../media/image178.png"/><Relationship Id="rId22" Type="http://schemas.openxmlformats.org/officeDocument/2006/relationships/image" Target="../media/image179.png"/><Relationship Id="rId23" Type="http://schemas.openxmlformats.org/officeDocument/2006/relationships/image" Target="../media/image180.png"/><Relationship Id="rId24" Type="http://schemas.openxmlformats.org/officeDocument/2006/relationships/image" Target="../media/image181.png"/><Relationship Id="rId25" Type="http://schemas.openxmlformats.org/officeDocument/2006/relationships/image" Target="../media/image37.png"/><Relationship Id="rId26" Type="http://schemas.openxmlformats.org/officeDocument/2006/relationships/image" Target="../media/image38.png"/><Relationship Id="rId27" Type="http://schemas.openxmlformats.org/officeDocument/2006/relationships/image" Target="../media/image3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897466"/>
            <a:ext cx="3537585" cy="5389880"/>
            <a:chOff x="0" y="4897466"/>
            <a:chExt cx="3537585" cy="5389880"/>
          </a:xfrm>
        </p:grpSpPr>
        <p:sp>
          <p:nvSpPr>
            <p:cNvPr id="3" name="object 3"/>
            <p:cNvSpPr/>
            <p:nvPr/>
          </p:nvSpPr>
          <p:spPr>
            <a:xfrm>
              <a:off x="0" y="4897475"/>
              <a:ext cx="3537585" cy="5389880"/>
            </a:xfrm>
            <a:custGeom>
              <a:avLst/>
              <a:gdLst/>
              <a:ahLst/>
              <a:cxnLst/>
              <a:rect l="l" t="t" r="r" b="b"/>
              <a:pathLst>
                <a:path w="3537585" h="5389880">
                  <a:moveTo>
                    <a:pt x="2450655" y="5389537"/>
                  </a:moveTo>
                  <a:lnTo>
                    <a:pt x="0" y="1765414"/>
                  </a:lnTo>
                  <a:lnTo>
                    <a:pt x="0" y="5389537"/>
                  </a:lnTo>
                  <a:lnTo>
                    <a:pt x="2450655" y="5389537"/>
                  </a:lnTo>
                  <a:close/>
                </a:path>
                <a:path w="3537585" h="5389880">
                  <a:moveTo>
                    <a:pt x="3537356" y="5389537"/>
                  </a:moveTo>
                  <a:lnTo>
                    <a:pt x="51866" y="78587"/>
                  </a:lnTo>
                  <a:lnTo>
                    <a:pt x="279" y="0"/>
                  </a:lnTo>
                  <a:lnTo>
                    <a:pt x="0" y="0"/>
                  </a:lnTo>
                  <a:lnTo>
                    <a:pt x="0" y="78816"/>
                  </a:lnTo>
                  <a:lnTo>
                    <a:pt x="139" y="78587"/>
                  </a:lnTo>
                  <a:lnTo>
                    <a:pt x="3485464" y="5389537"/>
                  </a:lnTo>
                  <a:lnTo>
                    <a:pt x="3537356" y="5389537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5439104"/>
              <a:ext cx="546735" cy="2787650"/>
            </a:xfrm>
            <a:custGeom>
              <a:avLst/>
              <a:gdLst/>
              <a:ahLst/>
              <a:cxnLst/>
              <a:rect l="l" t="t" r="r" b="b"/>
              <a:pathLst>
                <a:path w="546735" h="2787650">
                  <a:moveTo>
                    <a:pt x="531456" y="2744152"/>
                  </a:moveTo>
                  <a:lnTo>
                    <a:pt x="0" y="2744152"/>
                  </a:lnTo>
                  <a:lnTo>
                    <a:pt x="0" y="2787446"/>
                  </a:lnTo>
                  <a:lnTo>
                    <a:pt x="531456" y="2787446"/>
                  </a:lnTo>
                  <a:lnTo>
                    <a:pt x="531456" y="2744152"/>
                  </a:lnTo>
                  <a:close/>
                </a:path>
                <a:path w="546735" h="2787650">
                  <a:moveTo>
                    <a:pt x="54662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503313" y="43180"/>
                  </a:lnTo>
                  <a:lnTo>
                    <a:pt x="503313" y="2402840"/>
                  </a:lnTo>
                  <a:lnTo>
                    <a:pt x="0" y="2402840"/>
                  </a:lnTo>
                  <a:lnTo>
                    <a:pt x="0" y="2446020"/>
                  </a:lnTo>
                  <a:lnTo>
                    <a:pt x="546620" y="2446020"/>
                  </a:lnTo>
                  <a:lnTo>
                    <a:pt x="546620" y="2402840"/>
                  </a:lnTo>
                  <a:lnTo>
                    <a:pt x="546620" y="43180"/>
                  </a:lnTo>
                  <a:lnTo>
                    <a:pt x="54662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662" y="9834362"/>
              <a:ext cx="189664" cy="1896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44" y="9834362"/>
              <a:ext cx="189664" cy="1896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981" y="9834362"/>
              <a:ext cx="189664" cy="1896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9834362"/>
              <a:ext cx="179271" cy="1896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7344" y="9552681"/>
              <a:ext cx="189664" cy="1896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5662" y="9552681"/>
              <a:ext cx="189664" cy="1896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3981" y="9552681"/>
              <a:ext cx="189664" cy="1896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2692" y="9552681"/>
              <a:ext cx="179271" cy="1896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67344" y="9270999"/>
              <a:ext cx="189664" cy="1896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85662" y="9270999"/>
              <a:ext cx="189664" cy="1896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03981" y="9270999"/>
              <a:ext cx="189664" cy="1896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2692" y="9271000"/>
              <a:ext cx="179271" cy="1896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44" y="8989317"/>
              <a:ext cx="189664" cy="18966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662" y="8989317"/>
              <a:ext cx="189664" cy="1896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981" y="8989317"/>
              <a:ext cx="189664" cy="1896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8989317"/>
              <a:ext cx="179271" cy="18966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662" y="8707636"/>
              <a:ext cx="189664" cy="18966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44" y="8707636"/>
              <a:ext cx="189664" cy="1896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981" y="8707636"/>
              <a:ext cx="189664" cy="18966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8707637"/>
              <a:ext cx="179271" cy="18966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67344" y="8436131"/>
              <a:ext cx="189664" cy="1794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5663" y="8436131"/>
              <a:ext cx="189664" cy="17948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2692" y="8436131"/>
              <a:ext cx="179271" cy="1794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3981" y="8436131"/>
              <a:ext cx="189664" cy="179488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14742002" y="0"/>
            <a:ext cx="3546475" cy="5402580"/>
            <a:chOff x="14742002" y="0"/>
            <a:chExt cx="3546475" cy="5402580"/>
          </a:xfrm>
        </p:grpSpPr>
        <p:sp>
          <p:nvSpPr>
            <p:cNvPr id="30" name="object 30"/>
            <p:cNvSpPr/>
            <p:nvPr/>
          </p:nvSpPr>
          <p:spPr>
            <a:xfrm>
              <a:off x="14741994" y="0"/>
              <a:ext cx="3546475" cy="5402580"/>
            </a:xfrm>
            <a:custGeom>
              <a:avLst/>
              <a:gdLst/>
              <a:ahLst/>
              <a:cxnLst/>
              <a:rect l="l" t="t" r="r" b="b"/>
              <a:pathLst>
                <a:path w="3546475" h="5402580">
                  <a:moveTo>
                    <a:pt x="3545903" y="5323598"/>
                  </a:moveTo>
                  <a:lnTo>
                    <a:pt x="3545713" y="5323878"/>
                  </a:lnTo>
                  <a:lnTo>
                    <a:pt x="51904" y="0"/>
                  </a:lnTo>
                  <a:lnTo>
                    <a:pt x="0" y="0"/>
                  </a:lnTo>
                  <a:lnTo>
                    <a:pt x="3493986" y="5323878"/>
                  </a:lnTo>
                  <a:lnTo>
                    <a:pt x="3545573" y="5402478"/>
                  </a:lnTo>
                  <a:lnTo>
                    <a:pt x="3545903" y="5402478"/>
                  </a:lnTo>
                  <a:lnTo>
                    <a:pt x="3545903" y="5323598"/>
                  </a:lnTo>
                  <a:close/>
                </a:path>
                <a:path w="3546475" h="5402580">
                  <a:moveTo>
                    <a:pt x="3546005" y="0"/>
                  </a:moveTo>
                  <a:lnTo>
                    <a:pt x="1086446" y="0"/>
                  </a:lnTo>
                  <a:lnTo>
                    <a:pt x="3546005" y="3637267"/>
                  </a:lnTo>
                  <a:lnTo>
                    <a:pt x="354600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7741226" y="2073401"/>
              <a:ext cx="547370" cy="2787650"/>
            </a:xfrm>
            <a:custGeom>
              <a:avLst/>
              <a:gdLst/>
              <a:ahLst/>
              <a:cxnLst/>
              <a:rect l="l" t="t" r="r" b="b"/>
              <a:pathLst>
                <a:path w="547369" h="2787650">
                  <a:moveTo>
                    <a:pt x="546773" y="341414"/>
                  </a:moveTo>
                  <a:lnTo>
                    <a:pt x="0" y="341414"/>
                  </a:lnTo>
                  <a:lnTo>
                    <a:pt x="0" y="384594"/>
                  </a:lnTo>
                  <a:lnTo>
                    <a:pt x="0" y="2744254"/>
                  </a:lnTo>
                  <a:lnTo>
                    <a:pt x="0" y="2787434"/>
                  </a:lnTo>
                  <a:lnTo>
                    <a:pt x="546773" y="2787434"/>
                  </a:lnTo>
                  <a:lnTo>
                    <a:pt x="546773" y="2744254"/>
                  </a:lnTo>
                  <a:lnTo>
                    <a:pt x="43307" y="2744254"/>
                  </a:lnTo>
                  <a:lnTo>
                    <a:pt x="43307" y="384594"/>
                  </a:lnTo>
                  <a:lnTo>
                    <a:pt x="546773" y="384594"/>
                  </a:lnTo>
                  <a:lnTo>
                    <a:pt x="546773" y="341414"/>
                  </a:lnTo>
                  <a:close/>
                </a:path>
                <a:path w="547369" h="2787650">
                  <a:moveTo>
                    <a:pt x="546773" y="0"/>
                  </a:moveTo>
                  <a:lnTo>
                    <a:pt x="15163" y="0"/>
                  </a:lnTo>
                  <a:lnTo>
                    <a:pt x="15163" y="43294"/>
                  </a:lnTo>
                  <a:lnTo>
                    <a:pt x="546773" y="43294"/>
                  </a:lnTo>
                  <a:lnTo>
                    <a:pt x="546773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851" y="275911"/>
              <a:ext cx="189664" cy="18966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2532" y="275911"/>
              <a:ext cx="189664" cy="18966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94214" y="275911"/>
              <a:ext cx="189664" cy="1896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30851" y="557592"/>
              <a:ext cx="189664" cy="1896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75897" y="275910"/>
              <a:ext cx="179271" cy="1896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512532" y="557592"/>
              <a:ext cx="189664" cy="1896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794214" y="557592"/>
              <a:ext cx="189664" cy="1896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075897" y="557592"/>
              <a:ext cx="179271" cy="18966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839273"/>
              <a:ext cx="189664" cy="1896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839273"/>
              <a:ext cx="189664" cy="1896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839273"/>
              <a:ext cx="189664" cy="1896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839273"/>
              <a:ext cx="179271" cy="1896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120955"/>
              <a:ext cx="189664" cy="18966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120955"/>
              <a:ext cx="189664" cy="18966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120955"/>
              <a:ext cx="189664" cy="1896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120955"/>
              <a:ext cx="179271" cy="18966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402636"/>
              <a:ext cx="189664" cy="18966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402636"/>
              <a:ext cx="189664" cy="1896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402636"/>
              <a:ext cx="189664" cy="1896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402636"/>
              <a:ext cx="179271" cy="18966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30852" y="1684318"/>
              <a:ext cx="189664" cy="17948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12533" y="1684318"/>
              <a:ext cx="189664" cy="1794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94215" y="1684318"/>
              <a:ext cx="189664" cy="1794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075897" y="1684318"/>
              <a:ext cx="179271" cy="179488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15355281" y="5926169"/>
            <a:ext cx="2933065" cy="4361180"/>
            <a:chOff x="15355281" y="5926169"/>
            <a:chExt cx="2933065" cy="4361180"/>
          </a:xfrm>
        </p:grpSpPr>
        <p:sp>
          <p:nvSpPr>
            <p:cNvPr id="57" name="object 57"/>
            <p:cNvSpPr/>
            <p:nvPr/>
          </p:nvSpPr>
          <p:spPr>
            <a:xfrm>
              <a:off x="15426207" y="5926175"/>
              <a:ext cx="2861945" cy="4361180"/>
            </a:xfrm>
            <a:custGeom>
              <a:avLst/>
              <a:gdLst/>
              <a:ahLst/>
              <a:cxnLst/>
              <a:rect l="l" t="t" r="r" b="b"/>
              <a:pathLst>
                <a:path w="2861944" h="4361180">
                  <a:moveTo>
                    <a:pt x="2861780" y="1765414"/>
                  </a:moveTo>
                  <a:lnTo>
                    <a:pt x="2851112" y="1749628"/>
                  </a:lnTo>
                  <a:lnTo>
                    <a:pt x="1085380" y="4360837"/>
                  </a:lnTo>
                  <a:lnTo>
                    <a:pt x="2861780" y="4360837"/>
                  </a:lnTo>
                  <a:lnTo>
                    <a:pt x="2861780" y="1765414"/>
                  </a:lnTo>
                  <a:close/>
                </a:path>
                <a:path w="2861944" h="4361180">
                  <a:moveTo>
                    <a:pt x="2861792" y="0"/>
                  </a:moveTo>
                  <a:lnTo>
                    <a:pt x="0" y="4360837"/>
                  </a:lnTo>
                  <a:lnTo>
                    <a:pt x="51701" y="4360837"/>
                  </a:lnTo>
                  <a:lnTo>
                    <a:pt x="2861792" y="78816"/>
                  </a:lnTo>
                  <a:lnTo>
                    <a:pt x="2861792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5355278" y="6159194"/>
              <a:ext cx="2933065" cy="3096260"/>
            </a:xfrm>
            <a:custGeom>
              <a:avLst/>
              <a:gdLst/>
              <a:ahLst/>
              <a:cxnLst/>
              <a:rect l="l" t="t" r="r" b="b"/>
              <a:pathLst>
                <a:path w="2933065" h="3096259">
                  <a:moveTo>
                    <a:pt x="2932709" y="3053080"/>
                  </a:moveTo>
                  <a:lnTo>
                    <a:pt x="43294" y="3053080"/>
                  </a:lnTo>
                  <a:lnTo>
                    <a:pt x="43294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932709" y="3096260"/>
                  </a:lnTo>
                  <a:lnTo>
                    <a:pt x="2932709" y="3053080"/>
                  </a:lnTo>
                  <a:close/>
                </a:path>
                <a:path w="2933065" h="3096259">
                  <a:moveTo>
                    <a:pt x="2932709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932709" y="2754630"/>
                  </a:lnTo>
                  <a:lnTo>
                    <a:pt x="2932709" y="2711450"/>
                  </a:lnTo>
                  <a:lnTo>
                    <a:pt x="469823" y="2711450"/>
                  </a:lnTo>
                  <a:lnTo>
                    <a:pt x="469823" y="351790"/>
                  </a:lnTo>
                  <a:lnTo>
                    <a:pt x="2932709" y="351790"/>
                  </a:lnTo>
                  <a:lnTo>
                    <a:pt x="2932709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/>
          <p:cNvGrpSpPr/>
          <p:nvPr/>
        </p:nvGrpSpPr>
        <p:grpSpPr>
          <a:xfrm>
            <a:off x="-99" y="0"/>
            <a:ext cx="2933065" cy="4153535"/>
            <a:chOff x="-99" y="0"/>
            <a:chExt cx="2933065" cy="4153535"/>
          </a:xfrm>
        </p:grpSpPr>
        <p:sp>
          <p:nvSpPr>
            <p:cNvPr id="60" name="object 60"/>
            <p:cNvSpPr/>
            <p:nvPr/>
          </p:nvSpPr>
          <p:spPr>
            <a:xfrm>
              <a:off x="-88" y="0"/>
              <a:ext cx="2726055" cy="4153535"/>
            </a:xfrm>
            <a:custGeom>
              <a:avLst/>
              <a:gdLst/>
              <a:ahLst/>
              <a:cxnLst/>
              <a:rect l="l" t="t" r="r" b="b"/>
              <a:pathLst>
                <a:path w="2726055" h="4153535">
                  <a:moveTo>
                    <a:pt x="1635925" y="0"/>
                  </a:moveTo>
                  <a:lnTo>
                    <a:pt x="88" y="0"/>
                  </a:lnTo>
                  <a:lnTo>
                    <a:pt x="88" y="2387955"/>
                  </a:lnTo>
                  <a:lnTo>
                    <a:pt x="10617" y="2403538"/>
                  </a:lnTo>
                  <a:lnTo>
                    <a:pt x="1635925" y="0"/>
                  </a:lnTo>
                  <a:close/>
                </a:path>
                <a:path w="2726055" h="4153535">
                  <a:moveTo>
                    <a:pt x="2725445" y="0"/>
                  </a:moveTo>
                  <a:lnTo>
                    <a:pt x="2673743" y="0"/>
                  </a:lnTo>
                  <a:lnTo>
                    <a:pt x="88" y="4073995"/>
                  </a:lnTo>
                  <a:lnTo>
                    <a:pt x="0" y="4153103"/>
                  </a:lnTo>
                  <a:lnTo>
                    <a:pt x="272544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0" y="823886"/>
              <a:ext cx="2933065" cy="3096260"/>
            </a:xfrm>
            <a:custGeom>
              <a:avLst/>
              <a:gdLst/>
              <a:ahLst/>
              <a:cxnLst/>
              <a:rect l="l" t="t" r="r" b="b"/>
              <a:pathLst>
                <a:path w="2933065" h="3096260">
                  <a:moveTo>
                    <a:pt x="2506053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462746" y="384810"/>
                  </a:lnTo>
                  <a:lnTo>
                    <a:pt x="2462746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506053" y="2787650"/>
                  </a:lnTo>
                  <a:lnTo>
                    <a:pt x="2506053" y="2744470"/>
                  </a:lnTo>
                  <a:lnTo>
                    <a:pt x="2506053" y="384810"/>
                  </a:lnTo>
                  <a:lnTo>
                    <a:pt x="2506053" y="341630"/>
                  </a:lnTo>
                  <a:close/>
                </a:path>
                <a:path w="2933065" h="3096260">
                  <a:moveTo>
                    <a:pt x="2932569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2889275" y="43180"/>
                  </a:lnTo>
                  <a:lnTo>
                    <a:pt x="2889275" y="3053080"/>
                  </a:lnTo>
                  <a:lnTo>
                    <a:pt x="2187562" y="3053080"/>
                  </a:lnTo>
                  <a:lnTo>
                    <a:pt x="2187562" y="3096260"/>
                  </a:lnTo>
                  <a:lnTo>
                    <a:pt x="2932569" y="3096260"/>
                  </a:lnTo>
                  <a:lnTo>
                    <a:pt x="2932569" y="3053080"/>
                  </a:lnTo>
                  <a:lnTo>
                    <a:pt x="2932569" y="43180"/>
                  </a:lnTo>
                  <a:lnTo>
                    <a:pt x="2932569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$PPTXTitle"/>
          <p:cNvSpPr txBox="1">
            <a:spLocks noGrp="1"/>
          </p:cNvSpPr>
          <p:nvPr>
            <p:ph type="title"/>
          </p:nvPr>
        </p:nvSpPr>
        <p:spPr>
          <a:xfrm>
            <a:off x="3871616" y="1982910"/>
            <a:ext cx="10434955" cy="3618229"/>
          </a:xfrm>
          <a:prstGeom prst="rect"/>
        </p:spPr>
        <p:txBody>
          <a:bodyPr wrap="square" lIns="0" tIns="543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80"/>
              </a:spcBef>
            </a:pPr>
            <a:r>
              <a:rPr dirty="0" sz="11400" spc="1455"/>
              <a:t>VOCAL</a:t>
            </a:r>
            <a:r>
              <a:rPr dirty="0" sz="11400" spc="-300"/>
              <a:t> </a:t>
            </a:r>
            <a:r>
              <a:rPr dirty="0" sz="11400" spc="785"/>
              <a:t>PATH</a:t>
            </a:r>
            <a:endParaRPr sz="11400"/>
          </a:p>
          <a:p>
            <a:pPr marL="12700" marR="5080">
              <a:lnSpc>
                <a:spcPct val="117900"/>
              </a:lnSpc>
              <a:spcBef>
                <a:spcPts val="520"/>
              </a:spcBef>
            </a:pPr>
            <a:r>
              <a:rPr dirty="0" sz="3500" spc="120">
                <a:latin typeface="Tahoma"/>
                <a:cs typeface="Tahoma"/>
              </a:rPr>
              <a:t>A</a:t>
            </a:r>
            <a:r>
              <a:rPr dirty="0" sz="3500" spc="-150">
                <a:latin typeface="Tahoma"/>
                <a:cs typeface="Tahoma"/>
              </a:rPr>
              <a:t> </a:t>
            </a:r>
            <a:r>
              <a:rPr dirty="0" sz="3500">
                <a:latin typeface="Tahoma"/>
                <a:cs typeface="Tahoma"/>
              </a:rPr>
              <a:t>Cloud-</a:t>
            </a:r>
            <a:r>
              <a:rPr dirty="0" sz="3500" spc="-70">
                <a:latin typeface="Tahoma"/>
                <a:cs typeface="Tahoma"/>
              </a:rPr>
              <a:t>Enabled</a:t>
            </a:r>
            <a:r>
              <a:rPr dirty="0" sz="3500" spc="-145">
                <a:latin typeface="Tahoma"/>
                <a:cs typeface="Tahoma"/>
              </a:rPr>
              <a:t> </a:t>
            </a:r>
            <a:r>
              <a:rPr dirty="0" sz="3500" spc="-170">
                <a:latin typeface="Tahoma"/>
                <a:cs typeface="Tahoma"/>
              </a:rPr>
              <a:t>Intelligent</a:t>
            </a:r>
            <a:r>
              <a:rPr dirty="0" sz="3500" spc="-150">
                <a:latin typeface="Tahoma"/>
                <a:cs typeface="Tahoma"/>
              </a:rPr>
              <a:t> </a:t>
            </a:r>
            <a:r>
              <a:rPr dirty="0" sz="3500" spc="-30">
                <a:latin typeface="Tahoma"/>
                <a:cs typeface="Tahoma"/>
              </a:rPr>
              <a:t>System</a:t>
            </a:r>
            <a:r>
              <a:rPr dirty="0" sz="3500" spc="-145">
                <a:latin typeface="Tahoma"/>
                <a:cs typeface="Tahoma"/>
              </a:rPr>
              <a:t> </a:t>
            </a:r>
            <a:r>
              <a:rPr dirty="0" sz="3500" spc="-60">
                <a:latin typeface="Tahoma"/>
                <a:cs typeface="Tahoma"/>
              </a:rPr>
              <a:t>for</a:t>
            </a:r>
            <a:r>
              <a:rPr dirty="0" sz="3500" spc="-145">
                <a:latin typeface="Tahoma"/>
                <a:cs typeface="Tahoma"/>
              </a:rPr>
              <a:t> </a:t>
            </a:r>
            <a:r>
              <a:rPr dirty="0" sz="3500" spc="-10">
                <a:latin typeface="Tahoma"/>
                <a:cs typeface="Tahoma"/>
              </a:rPr>
              <a:t>Adaptive </a:t>
            </a:r>
            <a:r>
              <a:rPr dirty="0" sz="3500">
                <a:latin typeface="Tahoma"/>
                <a:cs typeface="Tahoma"/>
              </a:rPr>
              <a:t>Speech</a:t>
            </a:r>
            <a:r>
              <a:rPr dirty="0" sz="3500" spc="-175">
                <a:latin typeface="Tahoma"/>
                <a:cs typeface="Tahoma"/>
              </a:rPr>
              <a:t> </a:t>
            </a:r>
            <a:r>
              <a:rPr dirty="0" sz="3500" spc="-30">
                <a:latin typeface="Tahoma"/>
                <a:cs typeface="Tahoma"/>
              </a:rPr>
              <a:t>Therapy</a:t>
            </a:r>
            <a:r>
              <a:rPr dirty="0" sz="3500" spc="-165">
                <a:latin typeface="Tahoma"/>
                <a:cs typeface="Tahoma"/>
              </a:rPr>
              <a:t> </a:t>
            </a:r>
            <a:r>
              <a:rPr dirty="0" sz="3500" spc="-140">
                <a:latin typeface="Tahoma"/>
                <a:cs typeface="Tahoma"/>
              </a:rPr>
              <a:t>in</a:t>
            </a:r>
            <a:r>
              <a:rPr dirty="0" sz="3500" spc="-160">
                <a:latin typeface="Tahoma"/>
                <a:cs typeface="Tahoma"/>
              </a:rPr>
              <a:t> </a:t>
            </a:r>
            <a:r>
              <a:rPr dirty="0" sz="3500" spc="-10">
                <a:latin typeface="Tahoma"/>
                <a:cs typeface="Tahoma"/>
              </a:rPr>
              <a:t>Stuttering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123900" y="7038151"/>
            <a:ext cx="693547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225" b="1">
                <a:solidFill>
                  <a:srgbClr val="033358"/>
                </a:solidFill>
                <a:latin typeface="Trebuchet MS"/>
                <a:cs typeface="Trebuchet MS"/>
              </a:rPr>
              <a:t>PRESENTED</a:t>
            </a:r>
            <a:r>
              <a:rPr dirty="0" sz="3500" spc="-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500" spc="180" b="1">
                <a:solidFill>
                  <a:srgbClr val="033358"/>
                </a:solidFill>
                <a:latin typeface="Trebuchet MS"/>
                <a:cs typeface="Trebuchet MS"/>
              </a:rPr>
              <a:t>BY:</a:t>
            </a:r>
            <a:r>
              <a:rPr dirty="0" sz="3500" spc="-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500" spc="375" b="1">
                <a:solidFill>
                  <a:srgbClr val="033358"/>
                </a:solidFill>
                <a:latin typeface="Trebuchet MS"/>
                <a:cs typeface="Trebuchet MS"/>
              </a:rPr>
              <a:t>25</a:t>
            </a:r>
            <a:r>
              <a:rPr dirty="0" sz="3500" spc="-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500" spc="254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3500" spc="-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500" spc="225" b="1">
                <a:solidFill>
                  <a:srgbClr val="033358"/>
                </a:solidFill>
                <a:latin typeface="Trebuchet MS"/>
                <a:cs typeface="Trebuchet MS"/>
              </a:rPr>
              <a:t>26J</a:t>
            </a:r>
            <a:r>
              <a:rPr dirty="0" sz="3500" spc="-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500" spc="254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3500" spc="-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500" spc="265" b="1">
                <a:solidFill>
                  <a:srgbClr val="033358"/>
                </a:solidFill>
                <a:latin typeface="Trebuchet MS"/>
                <a:cs typeface="Trebuchet MS"/>
              </a:rPr>
              <a:t>383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360" y="1811465"/>
            <a:ext cx="2691765" cy="7638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905"/>
              </a:lnSpc>
            </a:pPr>
            <a:r>
              <a:rPr dirty="0" sz="2500" spc="85" b="1">
                <a:solidFill>
                  <a:srgbClr val="033358"/>
                </a:solidFill>
                <a:latin typeface="Trebuchet MS"/>
                <a:cs typeface="Trebuchet MS"/>
              </a:rPr>
              <a:t>Student</a:t>
            </a:r>
            <a:r>
              <a:rPr dirty="0" sz="2500" spc="-16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00" spc="95" b="1">
                <a:solidFill>
                  <a:srgbClr val="033358"/>
                </a:solidFill>
                <a:latin typeface="Trebuchet MS"/>
                <a:cs typeface="Trebuchet MS"/>
              </a:rPr>
              <a:t>ID</a:t>
            </a:r>
            <a:r>
              <a:rPr dirty="0" sz="2500" spc="-16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00" spc="75" b="1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endParaRPr sz="2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2500" spc="85" b="1">
                <a:solidFill>
                  <a:srgbClr val="033358"/>
                </a:solidFill>
                <a:latin typeface="Trebuchet MS"/>
                <a:cs typeface="Trebuchet MS"/>
              </a:rPr>
              <a:t>Name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2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2200" spc="160">
                <a:latin typeface="Trebuchet MS"/>
                <a:cs typeface="Trebuchet MS"/>
              </a:rPr>
              <a:t>IT22565044</a:t>
            </a:r>
            <a:endParaRPr sz="2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2200" spc="80">
                <a:latin typeface="Trebuchet MS"/>
                <a:cs typeface="Trebuchet MS"/>
              </a:rPr>
              <a:t>Chithakshana</a:t>
            </a:r>
            <a:r>
              <a:rPr dirty="0" sz="2200" spc="-15">
                <a:latin typeface="Trebuchet MS"/>
                <a:cs typeface="Trebuchet MS"/>
              </a:rPr>
              <a:t> </a:t>
            </a:r>
            <a:r>
              <a:rPr dirty="0" sz="2200" spc="-20">
                <a:latin typeface="Trebuchet MS"/>
                <a:cs typeface="Trebuchet MS"/>
              </a:rPr>
              <a:t>K.P.S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2200" spc="150">
                <a:latin typeface="Trebuchet MS"/>
                <a:cs typeface="Trebuchet MS"/>
              </a:rPr>
              <a:t>IT22590862</a:t>
            </a:r>
            <a:endParaRPr sz="2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2200" spc="105">
                <a:latin typeface="Trebuchet MS"/>
                <a:cs typeface="Trebuchet MS"/>
              </a:rPr>
              <a:t>Serasinghe</a:t>
            </a:r>
            <a:r>
              <a:rPr dirty="0" sz="2200" spc="-20">
                <a:latin typeface="Trebuchet MS"/>
                <a:cs typeface="Trebuchet MS"/>
              </a:rPr>
              <a:t> </a:t>
            </a:r>
            <a:r>
              <a:rPr dirty="0" sz="2200" spc="80">
                <a:latin typeface="Trebuchet MS"/>
                <a:cs typeface="Trebuchet MS"/>
              </a:rPr>
              <a:t>S.M.C.N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2200" spc="160">
                <a:latin typeface="Trebuchet MS"/>
                <a:cs typeface="Trebuchet MS"/>
              </a:rPr>
              <a:t>IT22563064</a:t>
            </a:r>
            <a:endParaRPr sz="2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2200" spc="50">
                <a:latin typeface="Trebuchet MS"/>
                <a:cs typeface="Trebuchet MS"/>
              </a:rPr>
              <a:t>Rathninda</a:t>
            </a:r>
            <a:r>
              <a:rPr dirty="0" sz="2200" spc="-2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R.G.S.N.C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2200" spc="125">
                <a:latin typeface="Trebuchet MS"/>
                <a:cs typeface="Trebuchet MS"/>
              </a:rPr>
              <a:t>IT22273758</a:t>
            </a:r>
            <a:endParaRPr sz="2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dirty="0" sz="2200" spc="80">
                <a:latin typeface="Trebuchet MS"/>
                <a:cs typeface="Trebuchet MS"/>
              </a:rPr>
              <a:t>Fernando</a:t>
            </a:r>
            <a:r>
              <a:rPr dirty="0" sz="2200" spc="-10">
                <a:latin typeface="Trebuchet MS"/>
                <a:cs typeface="Trebuchet MS"/>
              </a:rPr>
              <a:t> K.A.I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29816" y="2030540"/>
            <a:ext cx="6362065" cy="72193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281940">
              <a:lnSpc>
                <a:spcPts val="2905"/>
              </a:lnSpc>
            </a:pPr>
            <a:r>
              <a:rPr dirty="0" sz="2500" spc="125" b="1">
                <a:solidFill>
                  <a:srgbClr val="033358"/>
                </a:solidFill>
                <a:latin typeface="Trebuchet MS"/>
                <a:cs typeface="Trebuchet MS"/>
              </a:rPr>
              <a:t>PP2</a:t>
            </a:r>
            <a:r>
              <a:rPr dirty="0" sz="2500" spc="-17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00" spc="125" b="1">
                <a:solidFill>
                  <a:srgbClr val="033358"/>
                </a:solidFill>
                <a:latin typeface="Trebuchet MS"/>
                <a:cs typeface="Trebuchet MS"/>
              </a:rPr>
              <a:t>Comments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80"/>
              </a:spcBef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16500"/>
              </a:lnSpc>
            </a:pPr>
            <a:r>
              <a:rPr dirty="0" sz="2200" spc="135">
                <a:latin typeface="Trebuchet MS"/>
                <a:cs typeface="Trebuchet MS"/>
              </a:rPr>
              <a:t>Same</a:t>
            </a:r>
            <a:r>
              <a:rPr dirty="0" sz="2200" spc="50">
                <a:latin typeface="Trebuchet MS"/>
                <a:cs typeface="Trebuchet MS"/>
              </a:rPr>
              <a:t> </a:t>
            </a:r>
            <a:r>
              <a:rPr dirty="0" sz="2200" spc="65">
                <a:latin typeface="Trebuchet MS"/>
                <a:cs typeface="Trebuchet MS"/>
              </a:rPr>
              <a:t>outcome</a:t>
            </a:r>
            <a:r>
              <a:rPr dirty="0" sz="2200" spc="5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for</a:t>
            </a:r>
            <a:r>
              <a:rPr dirty="0" sz="2200" spc="55">
                <a:latin typeface="Trebuchet MS"/>
                <a:cs typeface="Trebuchet MS"/>
              </a:rPr>
              <a:t> </a:t>
            </a:r>
            <a:r>
              <a:rPr dirty="0" sz="2200" spc="-40">
                <a:latin typeface="Trebuchet MS"/>
                <a:cs typeface="Trebuchet MS"/>
              </a:rPr>
              <a:t>all</a:t>
            </a:r>
            <a:r>
              <a:rPr dirty="0" sz="2200" spc="5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the</a:t>
            </a:r>
            <a:r>
              <a:rPr dirty="0" sz="2200" spc="5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combinations.</a:t>
            </a:r>
            <a:r>
              <a:rPr dirty="0" sz="2200" spc="55">
                <a:latin typeface="Trebuchet MS"/>
                <a:cs typeface="Trebuchet MS"/>
              </a:rPr>
              <a:t> </a:t>
            </a:r>
            <a:r>
              <a:rPr dirty="0" sz="2200" spc="125">
                <a:latin typeface="Trebuchet MS"/>
                <a:cs typeface="Trebuchet MS"/>
              </a:rPr>
              <a:t>Need</a:t>
            </a:r>
            <a:r>
              <a:rPr dirty="0" sz="2200" spc="50">
                <a:latin typeface="Trebuchet MS"/>
                <a:cs typeface="Trebuchet MS"/>
              </a:rPr>
              <a:t> </a:t>
            </a:r>
            <a:r>
              <a:rPr dirty="0" sz="2200" spc="-25">
                <a:latin typeface="Trebuchet MS"/>
                <a:cs typeface="Trebuchet MS"/>
              </a:rPr>
              <a:t>to </a:t>
            </a:r>
            <a:r>
              <a:rPr dirty="0" sz="2200" spc="100">
                <a:latin typeface="Trebuchet MS"/>
                <a:cs typeface="Trebuchet MS"/>
              </a:rPr>
              <a:t>focus</a:t>
            </a:r>
            <a:r>
              <a:rPr dirty="0" sz="2200" spc="-20">
                <a:latin typeface="Trebuchet MS"/>
                <a:cs typeface="Trebuchet MS"/>
              </a:rPr>
              <a:t> </a:t>
            </a:r>
            <a:r>
              <a:rPr dirty="0" sz="2200" spc="50">
                <a:latin typeface="Trebuchet MS"/>
                <a:cs typeface="Trebuchet MS"/>
              </a:rPr>
              <a:t>more</a:t>
            </a:r>
            <a:r>
              <a:rPr dirty="0" sz="2200" spc="-15">
                <a:latin typeface="Trebuchet MS"/>
                <a:cs typeface="Trebuchet MS"/>
              </a:rPr>
              <a:t> </a:t>
            </a:r>
            <a:r>
              <a:rPr dirty="0" sz="2200" spc="100">
                <a:latin typeface="Trebuchet MS"/>
                <a:cs typeface="Trebuchet MS"/>
              </a:rPr>
              <a:t>on</a:t>
            </a:r>
            <a:r>
              <a:rPr dirty="0" sz="2200" spc="-15">
                <a:latin typeface="Trebuchet MS"/>
                <a:cs typeface="Trebuchet MS"/>
              </a:rPr>
              <a:t> </a:t>
            </a:r>
            <a:r>
              <a:rPr dirty="0" sz="2200" spc="50">
                <a:latin typeface="Trebuchet MS"/>
                <a:cs typeface="Trebuchet MS"/>
              </a:rPr>
              <a:t>model</a:t>
            </a:r>
            <a:r>
              <a:rPr dirty="0" sz="2200" spc="-1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training</a:t>
            </a:r>
            <a:r>
              <a:rPr dirty="0" sz="2200" spc="-15">
                <a:latin typeface="Trebuchet MS"/>
                <a:cs typeface="Trebuchet MS"/>
              </a:rPr>
              <a:t> </a:t>
            </a:r>
            <a:r>
              <a:rPr dirty="0" sz="2200" spc="165">
                <a:latin typeface="Trebuchet MS"/>
                <a:cs typeface="Trebuchet MS"/>
              </a:rPr>
              <a:t>as</a:t>
            </a:r>
            <a:r>
              <a:rPr dirty="0" sz="2200" spc="-15">
                <a:latin typeface="Trebuchet MS"/>
                <a:cs typeface="Trebuchet MS"/>
              </a:rPr>
              <a:t> </a:t>
            </a:r>
            <a:r>
              <a:rPr dirty="0" sz="2200" spc="50">
                <a:latin typeface="Trebuchet MS"/>
                <a:cs typeface="Trebuchet MS"/>
              </a:rPr>
              <a:t>model</a:t>
            </a:r>
            <a:r>
              <a:rPr dirty="0" sz="2200" spc="-20">
                <a:latin typeface="Trebuchet MS"/>
                <a:cs typeface="Trebuchet MS"/>
              </a:rPr>
              <a:t> </a:t>
            </a:r>
            <a:r>
              <a:rPr dirty="0" sz="2200" spc="70">
                <a:latin typeface="Trebuchet MS"/>
                <a:cs typeface="Trebuchet MS"/>
              </a:rPr>
              <a:t>always </a:t>
            </a:r>
            <a:r>
              <a:rPr dirty="0" sz="2200" spc="105">
                <a:latin typeface="Trebuchet MS"/>
                <a:cs typeface="Trebuchet MS"/>
              </a:rPr>
              <a:t>gave</a:t>
            </a:r>
            <a:r>
              <a:rPr dirty="0" sz="2200">
                <a:latin typeface="Trebuchet MS"/>
                <a:cs typeface="Trebuchet MS"/>
              </a:rPr>
              <a:t> the</a:t>
            </a:r>
            <a:r>
              <a:rPr dirty="0" sz="2200" spc="5">
                <a:latin typeface="Trebuchet MS"/>
                <a:cs typeface="Trebuchet MS"/>
              </a:rPr>
              <a:t> </a:t>
            </a:r>
            <a:r>
              <a:rPr dirty="0" sz="2200" spc="114">
                <a:latin typeface="Trebuchet MS"/>
                <a:cs typeface="Trebuchet MS"/>
              </a:rPr>
              <a:t>same</a:t>
            </a:r>
            <a:r>
              <a:rPr dirty="0" sz="2200" spc="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result</a:t>
            </a:r>
            <a:r>
              <a:rPr dirty="0" sz="2200" spc="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for</a:t>
            </a:r>
            <a:r>
              <a:rPr dirty="0" sz="2200" spc="5">
                <a:latin typeface="Trebuchet MS"/>
                <a:cs typeface="Trebuchet MS"/>
              </a:rPr>
              <a:t> </a:t>
            </a:r>
            <a:r>
              <a:rPr dirty="0" sz="2200" spc="80">
                <a:latin typeface="Trebuchet MS"/>
                <a:cs typeface="Trebuchet MS"/>
              </a:rPr>
              <a:t>any</a:t>
            </a:r>
            <a:r>
              <a:rPr dirty="0" sz="2200" spc="5">
                <a:latin typeface="Trebuchet MS"/>
                <a:cs typeface="Trebuchet MS"/>
              </a:rPr>
              <a:t> </a:t>
            </a:r>
            <a:r>
              <a:rPr dirty="0" sz="2200" spc="-10">
                <a:latin typeface="Trebuchet MS"/>
                <a:cs typeface="Trebuchet MS"/>
              </a:rPr>
              <a:t>input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2200" spc="185">
                <a:latin typeface="Trebuchet MS"/>
                <a:cs typeface="Trebuchet MS"/>
              </a:rPr>
              <a:t>No</a:t>
            </a:r>
            <a:r>
              <a:rPr dirty="0" sz="2200" spc="-40">
                <a:latin typeface="Trebuchet MS"/>
                <a:cs typeface="Trebuchet MS"/>
              </a:rPr>
              <a:t> </a:t>
            </a:r>
            <a:r>
              <a:rPr dirty="0" sz="2200" spc="50">
                <a:latin typeface="Trebuchet MS"/>
                <a:cs typeface="Trebuchet MS"/>
              </a:rPr>
              <a:t>Demonstration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93768" y="2030540"/>
            <a:ext cx="4845050" cy="741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2905"/>
              </a:lnSpc>
            </a:pPr>
            <a:r>
              <a:rPr dirty="0" sz="2500" spc="75" b="1">
                <a:solidFill>
                  <a:srgbClr val="033358"/>
                </a:solidFill>
                <a:latin typeface="Trebuchet MS"/>
                <a:cs typeface="Trebuchet MS"/>
              </a:rPr>
              <a:t>Action</a:t>
            </a:r>
            <a:r>
              <a:rPr dirty="0" sz="2500" spc="-15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00" spc="-20" b="1">
                <a:solidFill>
                  <a:srgbClr val="033358"/>
                </a:solidFill>
                <a:latin typeface="Trebuchet MS"/>
                <a:cs typeface="Trebuchet MS"/>
              </a:rPr>
              <a:t>Table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2500">
              <a:latin typeface="Trebuchet MS"/>
              <a:cs typeface="Trebuchet MS"/>
            </a:endParaRPr>
          </a:p>
          <a:p>
            <a:pPr marR="237490">
              <a:lnSpc>
                <a:spcPct val="116500"/>
              </a:lnSpc>
            </a:pPr>
            <a:r>
              <a:rPr dirty="0" sz="2200">
                <a:latin typeface="Tahoma"/>
                <a:cs typeface="Tahoma"/>
              </a:rPr>
              <a:t>Improved</a:t>
            </a:r>
            <a:r>
              <a:rPr dirty="0" sz="2200" spc="5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training</a:t>
            </a:r>
            <a:r>
              <a:rPr dirty="0" sz="2200" spc="55">
                <a:latin typeface="Tahoma"/>
                <a:cs typeface="Tahoma"/>
              </a:rPr>
              <a:t> </a:t>
            </a:r>
            <a:r>
              <a:rPr dirty="0" sz="2200" spc="105">
                <a:latin typeface="Tahoma"/>
                <a:cs typeface="Tahoma"/>
              </a:rPr>
              <a:t>process</a:t>
            </a:r>
            <a:r>
              <a:rPr dirty="0" sz="2200" spc="55">
                <a:latin typeface="Tahoma"/>
                <a:cs typeface="Tahoma"/>
              </a:rPr>
              <a:t> </a:t>
            </a:r>
            <a:r>
              <a:rPr dirty="0" sz="2200" spc="65">
                <a:latin typeface="Tahoma"/>
                <a:cs typeface="Tahoma"/>
              </a:rPr>
              <a:t>and</a:t>
            </a:r>
            <a:r>
              <a:rPr dirty="0" sz="2200" spc="55">
                <a:latin typeface="Tahoma"/>
                <a:cs typeface="Tahoma"/>
              </a:rPr>
              <a:t> </a:t>
            </a:r>
            <a:r>
              <a:rPr dirty="0" sz="2200" spc="-20">
                <a:latin typeface="Tahoma"/>
                <a:cs typeface="Tahoma"/>
              </a:rPr>
              <a:t>data </a:t>
            </a:r>
            <a:r>
              <a:rPr dirty="0" sz="2200">
                <a:latin typeface="Tahoma"/>
                <a:cs typeface="Tahoma"/>
              </a:rPr>
              <a:t>handling.</a:t>
            </a:r>
            <a:r>
              <a:rPr dirty="0" sz="2200" spc="10">
                <a:latin typeface="Tahoma"/>
                <a:cs typeface="Tahoma"/>
              </a:rPr>
              <a:t> </a:t>
            </a:r>
            <a:r>
              <a:rPr dirty="0" sz="2200" spc="105">
                <a:latin typeface="Tahoma"/>
                <a:cs typeface="Tahoma"/>
              </a:rPr>
              <a:t>Model</a:t>
            </a:r>
            <a:r>
              <a:rPr dirty="0" sz="2200" spc="10">
                <a:latin typeface="Tahoma"/>
                <a:cs typeface="Tahoma"/>
              </a:rPr>
              <a:t> </a:t>
            </a:r>
            <a:r>
              <a:rPr dirty="0" sz="2200" spc="75">
                <a:latin typeface="Tahoma"/>
                <a:cs typeface="Tahoma"/>
              </a:rPr>
              <a:t>now</a:t>
            </a:r>
            <a:r>
              <a:rPr dirty="0" sz="2200" spc="10">
                <a:latin typeface="Tahoma"/>
                <a:cs typeface="Tahoma"/>
              </a:rPr>
              <a:t> </a:t>
            </a:r>
            <a:r>
              <a:rPr dirty="0" sz="2200" spc="100">
                <a:latin typeface="Tahoma"/>
                <a:cs typeface="Tahoma"/>
              </a:rPr>
              <a:t>shows</a:t>
            </a:r>
            <a:r>
              <a:rPr dirty="0" sz="2200" spc="1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better </a:t>
            </a:r>
            <a:r>
              <a:rPr dirty="0" sz="2200" spc="50">
                <a:latin typeface="Tahoma"/>
                <a:cs typeface="Tahoma"/>
              </a:rPr>
              <a:t>generalization</a:t>
            </a:r>
            <a:r>
              <a:rPr dirty="0" sz="2200" spc="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with</a:t>
            </a:r>
            <a:r>
              <a:rPr dirty="0" sz="2200" spc="20">
                <a:latin typeface="Tahoma"/>
                <a:cs typeface="Tahoma"/>
              </a:rPr>
              <a:t> </a:t>
            </a:r>
            <a:r>
              <a:rPr dirty="0" sz="2200" spc="50">
                <a:latin typeface="Tahoma"/>
                <a:cs typeface="Tahoma"/>
              </a:rPr>
              <a:t>varied </a:t>
            </a:r>
            <a:r>
              <a:rPr dirty="0" sz="2200" spc="45">
                <a:latin typeface="Tahoma"/>
                <a:cs typeface="Tahoma"/>
              </a:rPr>
              <a:t>predictions.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14"/>
              </a:spcBef>
            </a:pPr>
            <a:endParaRPr sz="2200">
              <a:latin typeface="Tahoma"/>
              <a:cs typeface="Tahoma"/>
            </a:endParaRPr>
          </a:p>
          <a:p>
            <a:pPr>
              <a:lnSpc>
                <a:spcPct val="116500"/>
              </a:lnSpc>
            </a:pPr>
            <a:r>
              <a:rPr dirty="0" sz="2200" spc="60">
                <a:latin typeface="Trebuchet MS"/>
                <a:cs typeface="Trebuchet MS"/>
              </a:rPr>
              <a:t>Fixed</a:t>
            </a:r>
            <a:r>
              <a:rPr dirty="0" sz="2200" spc="1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the</a:t>
            </a:r>
            <a:r>
              <a:rPr dirty="0" sz="2200" spc="15">
                <a:latin typeface="Trebuchet MS"/>
                <a:cs typeface="Trebuchet MS"/>
              </a:rPr>
              <a:t> </a:t>
            </a:r>
            <a:r>
              <a:rPr dirty="0" sz="2200" spc="55">
                <a:latin typeface="Trebuchet MS"/>
                <a:cs typeface="Trebuchet MS"/>
              </a:rPr>
              <a:t>network</a:t>
            </a:r>
            <a:r>
              <a:rPr dirty="0" sz="2200" spc="15">
                <a:latin typeface="Trebuchet MS"/>
                <a:cs typeface="Trebuchet MS"/>
              </a:rPr>
              <a:t> </a:t>
            </a:r>
            <a:r>
              <a:rPr dirty="0" sz="2200">
                <a:latin typeface="Trebuchet MS"/>
                <a:cs typeface="Trebuchet MS"/>
              </a:rPr>
              <a:t>error</a:t>
            </a:r>
            <a:r>
              <a:rPr dirty="0" sz="2200" spc="20">
                <a:latin typeface="Trebuchet MS"/>
                <a:cs typeface="Trebuchet MS"/>
              </a:rPr>
              <a:t> </a:t>
            </a:r>
            <a:r>
              <a:rPr dirty="0" sz="2200" spc="95">
                <a:latin typeface="Trebuchet MS"/>
                <a:cs typeface="Trebuchet MS"/>
              </a:rPr>
              <a:t>and</a:t>
            </a:r>
            <a:r>
              <a:rPr dirty="0" sz="2200" spc="15">
                <a:latin typeface="Trebuchet MS"/>
                <a:cs typeface="Trebuchet MS"/>
              </a:rPr>
              <a:t> </a:t>
            </a:r>
            <a:r>
              <a:rPr dirty="0" sz="2200" spc="40">
                <a:latin typeface="Trebuchet MS"/>
                <a:cs typeface="Trebuchet MS"/>
              </a:rPr>
              <a:t>imporve </a:t>
            </a:r>
            <a:r>
              <a:rPr dirty="0" sz="2200">
                <a:latin typeface="Trebuchet MS"/>
                <a:cs typeface="Trebuchet MS"/>
              </a:rPr>
              <a:t>the</a:t>
            </a:r>
            <a:r>
              <a:rPr dirty="0" sz="2200" spc="-5">
                <a:latin typeface="Trebuchet MS"/>
                <a:cs typeface="Trebuchet MS"/>
              </a:rPr>
              <a:t> </a:t>
            </a:r>
            <a:r>
              <a:rPr dirty="0" sz="2200" spc="114">
                <a:latin typeface="Trebuchet MS"/>
                <a:cs typeface="Trebuchet MS"/>
              </a:rPr>
              <a:t>system</a:t>
            </a:r>
            <a:r>
              <a:rPr dirty="0" sz="2200">
                <a:latin typeface="Trebuchet MS"/>
                <a:cs typeface="Trebuchet MS"/>
              </a:rPr>
              <a:t> </a:t>
            </a:r>
            <a:r>
              <a:rPr dirty="0" sz="2200" spc="65">
                <a:latin typeface="Trebuchet MS"/>
                <a:cs typeface="Trebuchet MS"/>
              </a:rPr>
              <a:t>performances</a:t>
            </a:r>
            <a:endParaRPr sz="22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20780" y="1497633"/>
          <a:ext cx="15723235" cy="8599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0410"/>
                <a:gridCol w="7063740"/>
                <a:gridCol w="5263515"/>
              </a:tblGrid>
              <a:tr h="1399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6852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390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567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067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C3D3E6"/>
                      </a:solidFill>
                      <a:prstDash val="solid"/>
                    </a:lnL>
                    <a:lnR w="38100">
                      <a:solidFill>
                        <a:srgbClr val="C3D3E6"/>
                      </a:solidFill>
                      <a:prstDash val="solid"/>
                    </a:lnR>
                    <a:lnT w="38100">
                      <a:solidFill>
                        <a:srgbClr val="C3D3E6"/>
                      </a:solidFill>
                      <a:prstDash val="solid"/>
                    </a:lnT>
                    <a:lnB w="38100">
                      <a:solidFill>
                        <a:srgbClr val="C3D3E6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08080" y="596900"/>
            <a:ext cx="1130046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70"/>
              <a:t>PP2</a:t>
            </a:r>
            <a:r>
              <a:rPr dirty="0" spc="-114"/>
              <a:t> </a:t>
            </a:r>
            <a:r>
              <a:rPr dirty="0" spc="565"/>
              <a:t>COMMENTS</a:t>
            </a:r>
            <a:r>
              <a:rPr dirty="0" spc="-114"/>
              <a:t> </a:t>
            </a:r>
            <a:r>
              <a:rPr dirty="0" spc="590"/>
              <a:t>AND</a:t>
            </a:r>
            <a:r>
              <a:rPr dirty="0" spc="-110"/>
              <a:t> </a:t>
            </a:r>
            <a:r>
              <a:rPr dirty="0" spc="459"/>
              <a:t>ACTION</a:t>
            </a:r>
            <a:r>
              <a:rPr dirty="0" spc="-114"/>
              <a:t> </a:t>
            </a:r>
            <a:r>
              <a:rPr dirty="0" spc="270"/>
              <a:t>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610210" y="0"/>
            <a:ext cx="3677920" cy="6228080"/>
            <a:chOff x="14610210" y="0"/>
            <a:chExt cx="3677920" cy="6228080"/>
          </a:xfrm>
        </p:grpSpPr>
        <p:sp>
          <p:nvSpPr>
            <p:cNvPr id="3" name="object 3"/>
            <p:cNvSpPr/>
            <p:nvPr/>
          </p:nvSpPr>
          <p:spPr>
            <a:xfrm>
              <a:off x="14610207" y="11"/>
              <a:ext cx="3677920" cy="6228080"/>
            </a:xfrm>
            <a:custGeom>
              <a:avLst/>
              <a:gdLst/>
              <a:ahLst/>
              <a:cxnLst/>
              <a:rect l="l" t="t" r="r" b="b"/>
              <a:pathLst>
                <a:path w="3677919" h="6228080">
                  <a:moveTo>
                    <a:pt x="3677793" y="0"/>
                  </a:moveTo>
                  <a:lnTo>
                    <a:pt x="719874" y="0"/>
                  </a:lnTo>
                  <a:lnTo>
                    <a:pt x="1141564" y="623608"/>
                  </a:lnTo>
                  <a:lnTo>
                    <a:pt x="0" y="623608"/>
                  </a:lnTo>
                  <a:lnTo>
                    <a:pt x="3677793" y="6227546"/>
                  </a:lnTo>
                  <a:lnTo>
                    <a:pt x="3677793" y="6144412"/>
                  </a:lnTo>
                  <a:lnTo>
                    <a:pt x="84709" y="669277"/>
                  </a:lnTo>
                  <a:lnTo>
                    <a:pt x="1172438" y="669277"/>
                  </a:lnTo>
                  <a:lnTo>
                    <a:pt x="3677793" y="4374248"/>
                  </a:lnTo>
                  <a:lnTo>
                    <a:pt x="3677793" y="669277"/>
                  </a:lnTo>
                  <a:lnTo>
                    <a:pt x="3677793" y="623608"/>
                  </a:lnTo>
                  <a:lnTo>
                    <a:pt x="3677793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912436" y="3022307"/>
              <a:ext cx="375920" cy="2940685"/>
            </a:xfrm>
            <a:custGeom>
              <a:avLst/>
              <a:gdLst/>
              <a:ahLst/>
              <a:cxnLst/>
              <a:rect l="l" t="t" r="r" b="b"/>
              <a:pathLst>
                <a:path w="375919" h="2940685">
                  <a:moveTo>
                    <a:pt x="375551" y="0"/>
                  </a:moveTo>
                  <a:lnTo>
                    <a:pt x="15989" y="0"/>
                  </a:lnTo>
                  <a:lnTo>
                    <a:pt x="15989" y="45669"/>
                  </a:lnTo>
                  <a:lnTo>
                    <a:pt x="375551" y="45669"/>
                  </a:lnTo>
                  <a:lnTo>
                    <a:pt x="375551" y="0"/>
                  </a:lnTo>
                  <a:close/>
                </a:path>
                <a:path w="375919" h="2940685">
                  <a:moveTo>
                    <a:pt x="375564" y="359905"/>
                  </a:moveTo>
                  <a:lnTo>
                    <a:pt x="0" y="359905"/>
                  </a:lnTo>
                  <a:lnTo>
                    <a:pt x="0" y="405625"/>
                  </a:lnTo>
                  <a:lnTo>
                    <a:pt x="0" y="2894825"/>
                  </a:lnTo>
                  <a:lnTo>
                    <a:pt x="0" y="2940545"/>
                  </a:lnTo>
                  <a:lnTo>
                    <a:pt x="375564" y="2940545"/>
                  </a:lnTo>
                  <a:lnTo>
                    <a:pt x="375564" y="2894825"/>
                  </a:lnTo>
                  <a:lnTo>
                    <a:pt x="45669" y="2894825"/>
                  </a:lnTo>
                  <a:lnTo>
                    <a:pt x="45669" y="405625"/>
                  </a:lnTo>
                  <a:lnTo>
                    <a:pt x="375564" y="405625"/>
                  </a:lnTo>
                  <a:lnTo>
                    <a:pt x="375564" y="359905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9551" y="1126641"/>
              <a:ext cx="200024" cy="2000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16619" y="1126641"/>
              <a:ext cx="200024" cy="2000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10757" y="1126641"/>
              <a:ext cx="189064" cy="2000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13688" y="1126641"/>
              <a:ext cx="200024" cy="2000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19551" y="1423708"/>
              <a:ext cx="200024" cy="2000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16619" y="1423708"/>
              <a:ext cx="200024" cy="2000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913688" y="1423708"/>
              <a:ext cx="200024" cy="2000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10757" y="1423709"/>
              <a:ext cx="189064" cy="2000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9551" y="1720777"/>
              <a:ext cx="200024" cy="2000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616619" y="1720777"/>
              <a:ext cx="200024" cy="2000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13688" y="1720777"/>
              <a:ext cx="200024" cy="2000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10757" y="1720777"/>
              <a:ext cx="189064" cy="2000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9551" y="2017846"/>
              <a:ext cx="200024" cy="2000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616619" y="2017846"/>
              <a:ext cx="200024" cy="2000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13688" y="2017846"/>
              <a:ext cx="200024" cy="2000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10757" y="2017846"/>
              <a:ext cx="189064" cy="2000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319551" y="2314914"/>
              <a:ext cx="200024" cy="2000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16619" y="2314914"/>
              <a:ext cx="200024" cy="2000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13688" y="2314914"/>
              <a:ext cx="200024" cy="2000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210757" y="2314914"/>
              <a:ext cx="189064" cy="2000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319552" y="2611982"/>
              <a:ext cx="200024" cy="1892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616620" y="2611982"/>
              <a:ext cx="200024" cy="18929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913689" y="2611982"/>
              <a:ext cx="200024" cy="1892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210757" y="2611982"/>
              <a:ext cx="189064" cy="189292"/>
            </a:xfrm>
            <a:prstGeom prst="rect">
              <a:avLst/>
            </a:prstGeom>
          </p:spPr>
        </p:pic>
      </p:grpSp>
      <p:sp>
        <p:nvSpPr>
          <p:cNvPr id="29" name="object 29"/>
          <p:cNvSpPr/>
          <p:nvPr/>
        </p:nvSpPr>
        <p:spPr>
          <a:xfrm>
            <a:off x="16819830" y="8049793"/>
            <a:ext cx="1468755" cy="2237740"/>
          </a:xfrm>
          <a:custGeom>
            <a:avLst/>
            <a:gdLst/>
            <a:ahLst/>
            <a:cxnLst/>
            <a:rect l="l" t="t" r="r" b="b"/>
            <a:pathLst>
              <a:path w="1468755" h="2237740">
                <a:moveTo>
                  <a:pt x="1468158" y="1765414"/>
                </a:moveTo>
                <a:lnTo>
                  <a:pt x="1457490" y="1749628"/>
                </a:lnTo>
                <a:lnTo>
                  <a:pt x="1127772" y="2237206"/>
                </a:lnTo>
                <a:lnTo>
                  <a:pt x="1468158" y="2237206"/>
                </a:lnTo>
                <a:lnTo>
                  <a:pt x="1468158" y="1765414"/>
                </a:lnTo>
                <a:close/>
              </a:path>
              <a:path w="1468755" h="2237740">
                <a:moveTo>
                  <a:pt x="1468170" y="0"/>
                </a:moveTo>
                <a:lnTo>
                  <a:pt x="0" y="2237206"/>
                </a:lnTo>
                <a:lnTo>
                  <a:pt x="51714" y="2237206"/>
                </a:lnTo>
                <a:lnTo>
                  <a:pt x="1468170" y="78816"/>
                </a:lnTo>
                <a:lnTo>
                  <a:pt x="1468170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355278" y="8282825"/>
            <a:ext cx="2933065" cy="2004060"/>
          </a:xfrm>
          <a:custGeom>
            <a:avLst/>
            <a:gdLst/>
            <a:ahLst/>
            <a:cxnLst/>
            <a:rect l="l" t="t" r="r" b="b"/>
            <a:pathLst>
              <a:path w="2933065" h="2004059">
                <a:moveTo>
                  <a:pt x="745020" y="0"/>
                </a:moveTo>
                <a:lnTo>
                  <a:pt x="0" y="0"/>
                </a:lnTo>
                <a:lnTo>
                  <a:pt x="0" y="43180"/>
                </a:lnTo>
                <a:lnTo>
                  <a:pt x="0" y="2004060"/>
                </a:lnTo>
                <a:lnTo>
                  <a:pt x="43294" y="2004060"/>
                </a:lnTo>
                <a:lnTo>
                  <a:pt x="43294" y="43180"/>
                </a:lnTo>
                <a:lnTo>
                  <a:pt x="745020" y="43180"/>
                </a:lnTo>
                <a:lnTo>
                  <a:pt x="745020" y="0"/>
                </a:lnTo>
                <a:close/>
              </a:path>
              <a:path w="2933065" h="2004059">
                <a:moveTo>
                  <a:pt x="2932709" y="308610"/>
                </a:moveTo>
                <a:lnTo>
                  <a:pt x="426529" y="308610"/>
                </a:lnTo>
                <a:lnTo>
                  <a:pt x="426529" y="351790"/>
                </a:lnTo>
                <a:lnTo>
                  <a:pt x="426529" y="2004060"/>
                </a:lnTo>
                <a:lnTo>
                  <a:pt x="469823" y="2004060"/>
                </a:lnTo>
                <a:lnTo>
                  <a:pt x="469823" y="351790"/>
                </a:lnTo>
                <a:lnTo>
                  <a:pt x="2932709" y="351790"/>
                </a:lnTo>
                <a:lnTo>
                  <a:pt x="2932709" y="30861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966477" y="8738242"/>
            <a:ext cx="2033270" cy="1548765"/>
          </a:xfrm>
          <a:custGeom>
            <a:avLst/>
            <a:gdLst/>
            <a:ahLst/>
            <a:cxnLst/>
            <a:rect l="l" t="t" r="r" b="b"/>
            <a:pathLst>
              <a:path w="2033270" h="1548765">
                <a:moveTo>
                  <a:pt x="1981369" y="1548757"/>
                </a:moveTo>
                <a:lnTo>
                  <a:pt x="2033081" y="1548757"/>
                </a:lnTo>
                <a:lnTo>
                  <a:pt x="1016713" y="0"/>
                </a:lnTo>
                <a:lnTo>
                  <a:pt x="1016428" y="0"/>
                </a:lnTo>
                <a:lnTo>
                  <a:pt x="964848" y="78593"/>
                </a:lnTo>
                <a:lnTo>
                  <a:pt x="1016570" y="78593"/>
                </a:lnTo>
                <a:lnTo>
                  <a:pt x="1981369" y="1548757"/>
                </a:lnTo>
                <a:close/>
              </a:path>
              <a:path w="2033270" h="1548765">
                <a:moveTo>
                  <a:pt x="0" y="1548757"/>
                </a:moveTo>
                <a:lnTo>
                  <a:pt x="51772" y="1548757"/>
                </a:lnTo>
                <a:lnTo>
                  <a:pt x="1016570" y="78593"/>
                </a:lnTo>
                <a:lnTo>
                  <a:pt x="964848" y="78593"/>
                </a:lnTo>
                <a:lnTo>
                  <a:pt x="0" y="1548757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436566" y="8971279"/>
            <a:ext cx="3479800" cy="1316355"/>
          </a:xfrm>
          <a:custGeom>
            <a:avLst/>
            <a:gdLst/>
            <a:ahLst/>
            <a:cxnLst/>
            <a:rect l="l" t="t" r="r" b="b"/>
            <a:pathLst>
              <a:path w="3479800" h="1316354">
                <a:moveTo>
                  <a:pt x="3052813" y="308610"/>
                </a:moveTo>
                <a:lnTo>
                  <a:pt x="0" y="308610"/>
                </a:lnTo>
                <a:lnTo>
                  <a:pt x="0" y="351548"/>
                </a:lnTo>
                <a:lnTo>
                  <a:pt x="0" y="351790"/>
                </a:lnTo>
                <a:lnTo>
                  <a:pt x="0" y="1315732"/>
                </a:lnTo>
                <a:lnTo>
                  <a:pt x="43307" y="1315732"/>
                </a:lnTo>
                <a:lnTo>
                  <a:pt x="43307" y="351790"/>
                </a:lnTo>
                <a:lnTo>
                  <a:pt x="3009506" y="351790"/>
                </a:lnTo>
                <a:lnTo>
                  <a:pt x="3009506" y="1315720"/>
                </a:lnTo>
                <a:lnTo>
                  <a:pt x="3052813" y="1315720"/>
                </a:lnTo>
                <a:lnTo>
                  <a:pt x="3052813" y="351790"/>
                </a:lnTo>
                <a:lnTo>
                  <a:pt x="3052813" y="308610"/>
                </a:lnTo>
                <a:close/>
              </a:path>
              <a:path w="3479800" h="1316354">
                <a:moveTo>
                  <a:pt x="3479342" y="0"/>
                </a:moveTo>
                <a:lnTo>
                  <a:pt x="2734322" y="0"/>
                </a:lnTo>
                <a:lnTo>
                  <a:pt x="2734322" y="43180"/>
                </a:lnTo>
                <a:lnTo>
                  <a:pt x="3436035" y="43180"/>
                </a:lnTo>
                <a:lnTo>
                  <a:pt x="3436035" y="1315720"/>
                </a:lnTo>
                <a:lnTo>
                  <a:pt x="3479342" y="1315720"/>
                </a:lnTo>
                <a:lnTo>
                  <a:pt x="3479342" y="43180"/>
                </a:lnTo>
                <a:lnTo>
                  <a:pt x="347934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7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430"/>
              <a:t>INTRODUCTION</a:t>
            </a:r>
            <a:r>
              <a:rPr dirty="0" sz="5000" spc="-140"/>
              <a:t> </a:t>
            </a:r>
            <a:r>
              <a:rPr dirty="0" sz="5000" spc="370"/>
              <a:t>TO</a:t>
            </a:r>
            <a:r>
              <a:rPr dirty="0" sz="5000" spc="-125"/>
              <a:t> </a:t>
            </a:r>
            <a:r>
              <a:rPr dirty="0" sz="5000" spc="100"/>
              <a:t>THE</a:t>
            </a:r>
            <a:r>
              <a:rPr dirty="0" sz="5000" spc="-125"/>
              <a:t> </a:t>
            </a:r>
            <a:r>
              <a:rPr dirty="0" sz="5000" spc="430"/>
              <a:t>PROBLEM</a:t>
            </a:r>
            <a:endParaRPr sz="5000"/>
          </a:p>
        </p:txBody>
      </p:sp>
      <p:grpSp>
        <p:nvGrpSpPr>
          <p:cNvPr id="34" name="object 34"/>
          <p:cNvGrpSpPr/>
          <p:nvPr/>
        </p:nvGrpSpPr>
        <p:grpSpPr>
          <a:xfrm>
            <a:off x="1009650" y="2413528"/>
            <a:ext cx="13296265" cy="1209675"/>
            <a:chOff x="1009650" y="2413528"/>
            <a:chExt cx="13296265" cy="1209675"/>
          </a:xfrm>
        </p:grpSpPr>
        <p:sp>
          <p:nvSpPr>
            <p:cNvPr id="35" name="object 35"/>
            <p:cNvSpPr/>
            <p:nvPr/>
          </p:nvSpPr>
          <p:spPr>
            <a:xfrm>
              <a:off x="1028700" y="2432578"/>
              <a:ext cx="13258165" cy="1171575"/>
            </a:xfrm>
            <a:custGeom>
              <a:avLst/>
              <a:gdLst/>
              <a:ahLst/>
              <a:cxnLst/>
              <a:rect l="l" t="t" r="r" b="b"/>
              <a:pathLst>
                <a:path w="13258165" h="1171575">
                  <a:moveTo>
                    <a:pt x="552833" y="1171574"/>
                  </a:moveTo>
                  <a:lnTo>
                    <a:pt x="484243" y="1164057"/>
                  </a:lnTo>
                  <a:lnTo>
                    <a:pt x="434425" y="1152968"/>
                  </a:lnTo>
                  <a:lnTo>
                    <a:pt x="385890" y="1137637"/>
                  </a:lnTo>
                  <a:lnTo>
                    <a:pt x="338907" y="1118176"/>
                  </a:lnTo>
                  <a:lnTo>
                    <a:pt x="293747" y="1094697"/>
                  </a:lnTo>
                  <a:lnTo>
                    <a:pt x="250680" y="1067312"/>
                  </a:lnTo>
                  <a:lnTo>
                    <a:pt x="209975" y="1036133"/>
                  </a:lnTo>
                  <a:lnTo>
                    <a:pt x="171903" y="1001272"/>
                  </a:lnTo>
                  <a:lnTo>
                    <a:pt x="137042" y="963200"/>
                  </a:lnTo>
                  <a:lnTo>
                    <a:pt x="105863" y="922495"/>
                  </a:lnTo>
                  <a:lnTo>
                    <a:pt x="78478" y="879427"/>
                  </a:lnTo>
                  <a:lnTo>
                    <a:pt x="54999" y="834267"/>
                  </a:lnTo>
                  <a:lnTo>
                    <a:pt x="35538" y="787285"/>
                  </a:lnTo>
                  <a:lnTo>
                    <a:pt x="20207" y="738750"/>
                  </a:lnTo>
                  <a:lnTo>
                    <a:pt x="9118" y="688932"/>
                  </a:lnTo>
                  <a:lnTo>
                    <a:pt x="2382" y="638103"/>
                  </a:lnTo>
                  <a:lnTo>
                    <a:pt x="0" y="586526"/>
                  </a:lnTo>
                  <a:lnTo>
                    <a:pt x="2382" y="534959"/>
                  </a:lnTo>
                  <a:lnTo>
                    <a:pt x="9118" y="484130"/>
                  </a:lnTo>
                  <a:lnTo>
                    <a:pt x="20207" y="434312"/>
                  </a:lnTo>
                  <a:lnTo>
                    <a:pt x="35538" y="385777"/>
                  </a:lnTo>
                  <a:lnTo>
                    <a:pt x="54999" y="338795"/>
                  </a:lnTo>
                  <a:lnTo>
                    <a:pt x="78478" y="293635"/>
                  </a:lnTo>
                  <a:lnTo>
                    <a:pt x="105863" y="250567"/>
                  </a:lnTo>
                  <a:lnTo>
                    <a:pt x="137042" y="209862"/>
                  </a:lnTo>
                  <a:lnTo>
                    <a:pt x="171903" y="171791"/>
                  </a:lnTo>
                  <a:lnTo>
                    <a:pt x="209975" y="136929"/>
                  </a:lnTo>
                  <a:lnTo>
                    <a:pt x="250680" y="105750"/>
                  </a:lnTo>
                  <a:lnTo>
                    <a:pt x="293747" y="78365"/>
                  </a:lnTo>
                  <a:lnTo>
                    <a:pt x="338908" y="54886"/>
                  </a:lnTo>
                  <a:lnTo>
                    <a:pt x="385890" y="35425"/>
                  </a:lnTo>
                  <a:lnTo>
                    <a:pt x="434425" y="20094"/>
                  </a:lnTo>
                  <a:lnTo>
                    <a:pt x="484243" y="9005"/>
                  </a:lnTo>
                  <a:lnTo>
                    <a:pt x="535072" y="2270"/>
                  </a:lnTo>
                  <a:lnTo>
                    <a:pt x="586644" y="0"/>
                  </a:lnTo>
                  <a:lnTo>
                    <a:pt x="12671260" y="0"/>
                  </a:lnTo>
                  <a:lnTo>
                    <a:pt x="12722832" y="2269"/>
                  </a:lnTo>
                  <a:lnTo>
                    <a:pt x="12773661" y="9005"/>
                  </a:lnTo>
                  <a:lnTo>
                    <a:pt x="12823478" y="20094"/>
                  </a:lnTo>
                  <a:lnTo>
                    <a:pt x="12872013" y="35425"/>
                  </a:lnTo>
                  <a:lnTo>
                    <a:pt x="12918996" y="54886"/>
                  </a:lnTo>
                  <a:lnTo>
                    <a:pt x="12964156" y="78365"/>
                  </a:lnTo>
                  <a:lnTo>
                    <a:pt x="13007224" y="105749"/>
                  </a:lnTo>
                  <a:lnTo>
                    <a:pt x="13047928" y="136929"/>
                  </a:lnTo>
                  <a:lnTo>
                    <a:pt x="13086001" y="171790"/>
                  </a:lnTo>
                  <a:lnTo>
                    <a:pt x="13120862" y="209862"/>
                  </a:lnTo>
                  <a:lnTo>
                    <a:pt x="13152041" y="250566"/>
                  </a:lnTo>
                  <a:lnTo>
                    <a:pt x="13179427" y="293634"/>
                  </a:lnTo>
                  <a:lnTo>
                    <a:pt x="13202905" y="338794"/>
                  </a:lnTo>
                  <a:lnTo>
                    <a:pt x="13222366" y="385777"/>
                  </a:lnTo>
                  <a:lnTo>
                    <a:pt x="13237697" y="434312"/>
                  </a:lnTo>
                  <a:lnTo>
                    <a:pt x="13248787" y="484130"/>
                  </a:lnTo>
                  <a:lnTo>
                    <a:pt x="13255522" y="534959"/>
                  </a:lnTo>
                  <a:lnTo>
                    <a:pt x="13257792" y="586531"/>
                  </a:lnTo>
                  <a:lnTo>
                    <a:pt x="13255522" y="638103"/>
                  </a:lnTo>
                  <a:lnTo>
                    <a:pt x="13248787" y="688932"/>
                  </a:lnTo>
                  <a:lnTo>
                    <a:pt x="13237697" y="738750"/>
                  </a:lnTo>
                  <a:lnTo>
                    <a:pt x="13222366" y="787285"/>
                  </a:lnTo>
                  <a:lnTo>
                    <a:pt x="13202905" y="834268"/>
                  </a:lnTo>
                  <a:lnTo>
                    <a:pt x="13179427" y="879428"/>
                  </a:lnTo>
                  <a:lnTo>
                    <a:pt x="13152041" y="922496"/>
                  </a:lnTo>
                  <a:lnTo>
                    <a:pt x="13120862" y="963200"/>
                  </a:lnTo>
                  <a:lnTo>
                    <a:pt x="13086001" y="1001272"/>
                  </a:lnTo>
                  <a:lnTo>
                    <a:pt x="13047929" y="1036134"/>
                  </a:lnTo>
                  <a:lnTo>
                    <a:pt x="13007224" y="1067313"/>
                  </a:lnTo>
                  <a:lnTo>
                    <a:pt x="12964156" y="1094697"/>
                  </a:lnTo>
                  <a:lnTo>
                    <a:pt x="12918996" y="1118176"/>
                  </a:lnTo>
                  <a:lnTo>
                    <a:pt x="12872013" y="1137637"/>
                  </a:lnTo>
                  <a:lnTo>
                    <a:pt x="12823478" y="1152968"/>
                  </a:lnTo>
                  <a:lnTo>
                    <a:pt x="12773661" y="1164057"/>
                  </a:lnTo>
                  <a:lnTo>
                    <a:pt x="12722832" y="1170792"/>
                  </a:lnTo>
                  <a:lnTo>
                    <a:pt x="12705072" y="1171574"/>
                  </a:lnTo>
                </a:path>
              </a:pathLst>
            </a:custGeom>
            <a:ln w="38099">
              <a:solidFill>
                <a:srgbClr val="85AAD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97147" y="2790522"/>
              <a:ext cx="85725" cy="85724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1009650" y="3951362"/>
            <a:ext cx="13296265" cy="1209675"/>
            <a:chOff x="1009650" y="3951362"/>
            <a:chExt cx="13296265" cy="1209675"/>
          </a:xfrm>
        </p:grpSpPr>
        <p:sp>
          <p:nvSpPr>
            <p:cNvPr id="38" name="object 38"/>
            <p:cNvSpPr/>
            <p:nvPr/>
          </p:nvSpPr>
          <p:spPr>
            <a:xfrm>
              <a:off x="1028700" y="3970412"/>
              <a:ext cx="13258165" cy="1171575"/>
            </a:xfrm>
            <a:custGeom>
              <a:avLst/>
              <a:gdLst/>
              <a:ahLst/>
              <a:cxnLst/>
              <a:rect l="l" t="t" r="r" b="b"/>
              <a:pathLst>
                <a:path w="13258165" h="1171575">
                  <a:moveTo>
                    <a:pt x="552836" y="1171574"/>
                  </a:moveTo>
                  <a:lnTo>
                    <a:pt x="484243" y="1164057"/>
                  </a:lnTo>
                  <a:lnTo>
                    <a:pt x="434425" y="1152968"/>
                  </a:lnTo>
                  <a:lnTo>
                    <a:pt x="385890" y="1137637"/>
                  </a:lnTo>
                  <a:lnTo>
                    <a:pt x="338907" y="1118176"/>
                  </a:lnTo>
                  <a:lnTo>
                    <a:pt x="293747" y="1094697"/>
                  </a:lnTo>
                  <a:lnTo>
                    <a:pt x="250680" y="1067312"/>
                  </a:lnTo>
                  <a:lnTo>
                    <a:pt x="209975" y="1036133"/>
                  </a:lnTo>
                  <a:lnTo>
                    <a:pt x="171903" y="1001271"/>
                  </a:lnTo>
                  <a:lnTo>
                    <a:pt x="137042" y="963200"/>
                  </a:lnTo>
                  <a:lnTo>
                    <a:pt x="105863" y="922495"/>
                  </a:lnTo>
                  <a:lnTo>
                    <a:pt x="78478" y="879427"/>
                  </a:lnTo>
                  <a:lnTo>
                    <a:pt x="54999" y="834267"/>
                  </a:lnTo>
                  <a:lnTo>
                    <a:pt x="35538" y="787285"/>
                  </a:lnTo>
                  <a:lnTo>
                    <a:pt x="20207" y="738750"/>
                  </a:lnTo>
                  <a:lnTo>
                    <a:pt x="9118" y="688932"/>
                  </a:lnTo>
                  <a:lnTo>
                    <a:pt x="2382" y="638103"/>
                  </a:lnTo>
                  <a:lnTo>
                    <a:pt x="0" y="586526"/>
                  </a:lnTo>
                  <a:lnTo>
                    <a:pt x="2382" y="534959"/>
                  </a:lnTo>
                  <a:lnTo>
                    <a:pt x="9118" y="484130"/>
                  </a:lnTo>
                  <a:lnTo>
                    <a:pt x="20207" y="434312"/>
                  </a:lnTo>
                  <a:lnTo>
                    <a:pt x="35538" y="385777"/>
                  </a:lnTo>
                  <a:lnTo>
                    <a:pt x="54999" y="338795"/>
                  </a:lnTo>
                  <a:lnTo>
                    <a:pt x="78478" y="293635"/>
                  </a:lnTo>
                  <a:lnTo>
                    <a:pt x="105863" y="250567"/>
                  </a:lnTo>
                  <a:lnTo>
                    <a:pt x="137042" y="209862"/>
                  </a:lnTo>
                  <a:lnTo>
                    <a:pt x="171903" y="171791"/>
                  </a:lnTo>
                  <a:lnTo>
                    <a:pt x="209975" y="136929"/>
                  </a:lnTo>
                  <a:lnTo>
                    <a:pt x="250680" y="105750"/>
                  </a:lnTo>
                  <a:lnTo>
                    <a:pt x="293747" y="78365"/>
                  </a:lnTo>
                  <a:lnTo>
                    <a:pt x="338908" y="54886"/>
                  </a:lnTo>
                  <a:lnTo>
                    <a:pt x="385890" y="35425"/>
                  </a:lnTo>
                  <a:lnTo>
                    <a:pt x="434425" y="20094"/>
                  </a:lnTo>
                  <a:lnTo>
                    <a:pt x="484243" y="9005"/>
                  </a:lnTo>
                  <a:lnTo>
                    <a:pt x="535072" y="2270"/>
                  </a:lnTo>
                  <a:lnTo>
                    <a:pt x="586644" y="0"/>
                  </a:lnTo>
                  <a:lnTo>
                    <a:pt x="12671260" y="0"/>
                  </a:lnTo>
                  <a:lnTo>
                    <a:pt x="12722832" y="2269"/>
                  </a:lnTo>
                  <a:lnTo>
                    <a:pt x="12773661" y="9005"/>
                  </a:lnTo>
                  <a:lnTo>
                    <a:pt x="12823478" y="20094"/>
                  </a:lnTo>
                  <a:lnTo>
                    <a:pt x="12872013" y="35425"/>
                  </a:lnTo>
                  <a:lnTo>
                    <a:pt x="12918996" y="54886"/>
                  </a:lnTo>
                  <a:lnTo>
                    <a:pt x="12964156" y="78365"/>
                  </a:lnTo>
                  <a:lnTo>
                    <a:pt x="13007224" y="105750"/>
                  </a:lnTo>
                  <a:lnTo>
                    <a:pt x="13047928" y="136929"/>
                  </a:lnTo>
                  <a:lnTo>
                    <a:pt x="13086001" y="171790"/>
                  </a:lnTo>
                  <a:lnTo>
                    <a:pt x="13120862" y="209862"/>
                  </a:lnTo>
                  <a:lnTo>
                    <a:pt x="13152041" y="250566"/>
                  </a:lnTo>
                  <a:lnTo>
                    <a:pt x="13179426" y="293634"/>
                  </a:lnTo>
                  <a:lnTo>
                    <a:pt x="13202905" y="338794"/>
                  </a:lnTo>
                  <a:lnTo>
                    <a:pt x="13222366" y="385777"/>
                  </a:lnTo>
                  <a:lnTo>
                    <a:pt x="13237697" y="434312"/>
                  </a:lnTo>
                  <a:lnTo>
                    <a:pt x="13248787" y="484130"/>
                  </a:lnTo>
                  <a:lnTo>
                    <a:pt x="13255522" y="534959"/>
                  </a:lnTo>
                  <a:lnTo>
                    <a:pt x="13257792" y="586531"/>
                  </a:lnTo>
                  <a:lnTo>
                    <a:pt x="13255522" y="638103"/>
                  </a:lnTo>
                  <a:lnTo>
                    <a:pt x="13248787" y="688932"/>
                  </a:lnTo>
                  <a:lnTo>
                    <a:pt x="13237697" y="738750"/>
                  </a:lnTo>
                  <a:lnTo>
                    <a:pt x="13222366" y="787285"/>
                  </a:lnTo>
                  <a:lnTo>
                    <a:pt x="13202905" y="834268"/>
                  </a:lnTo>
                  <a:lnTo>
                    <a:pt x="13179427" y="879428"/>
                  </a:lnTo>
                  <a:lnTo>
                    <a:pt x="13152041" y="922496"/>
                  </a:lnTo>
                  <a:lnTo>
                    <a:pt x="13120862" y="963200"/>
                  </a:lnTo>
                  <a:lnTo>
                    <a:pt x="13086001" y="1001272"/>
                  </a:lnTo>
                  <a:lnTo>
                    <a:pt x="13047929" y="1036134"/>
                  </a:lnTo>
                  <a:lnTo>
                    <a:pt x="13007224" y="1067313"/>
                  </a:lnTo>
                  <a:lnTo>
                    <a:pt x="12964156" y="1094698"/>
                  </a:lnTo>
                  <a:lnTo>
                    <a:pt x="12918996" y="1118176"/>
                  </a:lnTo>
                  <a:lnTo>
                    <a:pt x="12872013" y="1137637"/>
                  </a:lnTo>
                  <a:lnTo>
                    <a:pt x="12823479" y="1152968"/>
                  </a:lnTo>
                  <a:lnTo>
                    <a:pt x="12773661" y="1164057"/>
                  </a:lnTo>
                  <a:lnTo>
                    <a:pt x="12722832" y="1170793"/>
                  </a:lnTo>
                  <a:lnTo>
                    <a:pt x="12705069" y="1171574"/>
                  </a:lnTo>
                </a:path>
              </a:pathLst>
            </a:custGeom>
            <a:ln w="38099">
              <a:solidFill>
                <a:srgbClr val="85AAD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97147" y="4328355"/>
              <a:ext cx="85725" cy="85724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1009650" y="5486400"/>
            <a:ext cx="13296265" cy="1209675"/>
            <a:chOff x="1009650" y="5486400"/>
            <a:chExt cx="13296265" cy="1209675"/>
          </a:xfrm>
        </p:grpSpPr>
        <p:sp>
          <p:nvSpPr>
            <p:cNvPr id="41" name="object 41"/>
            <p:cNvSpPr/>
            <p:nvPr/>
          </p:nvSpPr>
          <p:spPr>
            <a:xfrm>
              <a:off x="1028700" y="5505449"/>
              <a:ext cx="13258165" cy="1171575"/>
            </a:xfrm>
            <a:custGeom>
              <a:avLst/>
              <a:gdLst/>
              <a:ahLst/>
              <a:cxnLst/>
              <a:rect l="l" t="t" r="r" b="b"/>
              <a:pathLst>
                <a:path w="13258165" h="1171575">
                  <a:moveTo>
                    <a:pt x="552831" y="1171574"/>
                  </a:moveTo>
                  <a:lnTo>
                    <a:pt x="484243" y="1164057"/>
                  </a:lnTo>
                  <a:lnTo>
                    <a:pt x="434425" y="1152968"/>
                  </a:lnTo>
                  <a:lnTo>
                    <a:pt x="385890" y="1137637"/>
                  </a:lnTo>
                  <a:lnTo>
                    <a:pt x="338907" y="1118176"/>
                  </a:lnTo>
                  <a:lnTo>
                    <a:pt x="293747" y="1094697"/>
                  </a:lnTo>
                  <a:lnTo>
                    <a:pt x="250680" y="1067312"/>
                  </a:lnTo>
                  <a:lnTo>
                    <a:pt x="209975" y="1036133"/>
                  </a:lnTo>
                  <a:lnTo>
                    <a:pt x="171903" y="1001272"/>
                  </a:lnTo>
                  <a:lnTo>
                    <a:pt x="137042" y="963200"/>
                  </a:lnTo>
                  <a:lnTo>
                    <a:pt x="105863" y="922495"/>
                  </a:lnTo>
                  <a:lnTo>
                    <a:pt x="78478" y="879427"/>
                  </a:lnTo>
                  <a:lnTo>
                    <a:pt x="54999" y="834267"/>
                  </a:lnTo>
                  <a:lnTo>
                    <a:pt x="35538" y="787285"/>
                  </a:lnTo>
                  <a:lnTo>
                    <a:pt x="20207" y="738749"/>
                  </a:lnTo>
                  <a:lnTo>
                    <a:pt x="9118" y="688932"/>
                  </a:lnTo>
                  <a:lnTo>
                    <a:pt x="2382" y="638103"/>
                  </a:lnTo>
                  <a:lnTo>
                    <a:pt x="0" y="586526"/>
                  </a:lnTo>
                  <a:lnTo>
                    <a:pt x="2382" y="534959"/>
                  </a:lnTo>
                  <a:lnTo>
                    <a:pt x="9118" y="484130"/>
                  </a:lnTo>
                  <a:lnTo>
                    <a:pt x="20207" y="434312"/>
                  </a:lnTo>
                  <a:lnTo>
                    <a:pt x="35538" y="385777"/>
                  </a:lnTo>
                  <a:lnTo>
                    <a:pt x="54999" y="338795"/>
                  </a:lnTo>
                  <a:lnTo>
                    <a:pt x="78478" y="293635"/>
                  </a:lnTo>
                  <a:lnTo>
                    <a:pt x="105863" y="250567"/>
                  </a:lnTo>
                  <a:lnTo>
                    <a:pt x="137042" y="209862"/>
                  </a:lnTo>
                  <a:lnTo>
                    <a:pt x="171903" y="171791"/>
                  </a:lnTo>
                  <a:lnTo>
                    <a:pt x="209975" y="136929"/>
                  </a:lnTo>
                  <a:lnTo>
                    <a:pt x="250680" y="105750"/>
                  </a:lnTo>
                  <a:lnTo>
                    <a:pt x="293747" y="78365"/>
                  </a:lnTo>
                  <a:lnTo>
                    <a:pt x="338908" y="54886"/>
                  </a:lnTo>
                  <a:lnTo>
                    <a:pt x="385890" y="35425"/>
                  </a:lnTo>
                  <a:lnTo>
                    <a:pt x="434425" y="20094"/>
                  </a:lnTo>
                  <a:lnTo>
                    <a:pt x="484243" y="9005"/>
                  </a:lnTo>
                  <a:lnTo>
                    <a:pt x="535072" y="2270"/>
                  </a:lnTo>
                  <a:lnTo>
                    <a:pt x="586644" y="0"/>
                  </a:lnTo>
                  <a:lnTo>
                    <a:pt x="12671260" y="0"/>
                  </a:lnTo>
                  <a:lnTo>
                    <a:pt x="12722832" y="2269"/>
                  </a:lnTo>
                  <a:lnTo>
                    <a:pt x="12773661" y="9005"/>
                  </a:lnTo>
                  <a:lnTo>
                    <a:pt x="12823478" y="20094"/>
                  </a:lnTo>
                  <a:lnTo>
                    <a:pt x="12872013" y="35425"/>
                  </a:lnTo>
                  <a:lnTo>
                    <a:pt x="12918996" y="54886"/>
                  </a:lnTo>
                  <a:lnTo>
                    <a:pt x="12964156" y="78365"/>
                  </a:lnTo>
                  <a:lnTo>
                    <a:pt x="13007224" y="105749"/>
                  </a:lnTo>
                  <a:lnTo>
                    <a:pt x="13047928" y="136928"/>
                  </a:lnTo>
                  <a:lnTo>
                    <a:pt x="13086001" y="171790"/>
                  </a:lnTo>
                  <a:lnTo>
                    <a:pt x="13120862" y="209862"/>
                  </a:lnTo>
                  <a:lnTo>
                    <a:pt x="13152042" y="250566"/>
                  </a:lnTo>
                  <a:lnTo>
                    <a:pt x="13179427" y="293634"/>
                  </a:lnTo>
                  <a:lnTo>
                    <a:pt x="13202905" y="338794"/>
                  </a:lnTo>
                  <a:lnTo>
                    <a:pt x="13222366" y="385777"/>
                  </a:lnTo>
                  <a:lnTo>
                    <a:pt x="13237697" y="434312"/>
                  </a:lnTo>
                  <a:lnTo>
                    <a:pt x="13248787" y="484130"/>
                  </a:lnTo>
                  <a:lnTo>
                    <a:pt x="13255522" y="534959"/>
                  </a:lnTo>
                  <a:lnTo>
                    <a:pt x="13257792" y="586531"/>
                  </a:lnTo>
                  <a:lnTo>
                    <a:pt x="13255522" y="638103"/>
                  </a:lnTo>
                  <a:lnTo>
                    <a:pt x="13248787" y="688932"/>
                  </a:lnTo>
                  <a:lnTo>
                    <a:pt x="13237697" y="738750"/>
                  </a:lnTo>
                  <a:lnTo>
                    <a:pt x="13222366" y="787285"/>
                  </a:lnTo>
                  <a:lnTo>
                    <a:pt x="13202905" y="834268"/>
                  </a:lnTo>
                  <a:lnTo>
                    <a:pt x="13179427" y="879428"/>
                  </a:lnTo>
                  <a:lnTo>
                    <a:pt x="13152042" y="922496"/>
                  </a:lnTo>
                  <a:lnTo>
                    <a:pt x="13120862" y="963200"/>
                  </a:lnTo>
                  <a:lnTo>
                    <a:pt x="13086001" y="1001272"/>
                  </a:lnTo>
                  <a:lnTo>
                    <a:pt x="13047929" y="1036134"/>
                  </a:lnTo>
                  <a:lnTo>
                    <a:pt x="13007224" y="1067313"/>
                  </a:lnTo>
                  <a:lnTo>
                    <a:pt x="12964156" y="1094698"/>
                  </a:lnTo>
                  <a:lnTo>
                    <a:pt x="12918996" y="1118176"/>
                  </a:lnTo>
                  <a:lnTo>
                    <a:pt x="12872014" y="1137637"/>
                  </a:lnTo>
                  <a:lnTo>
                    <a:pt x="12823479" y="1152968"/>
                  </a:lnTo>
                  <a:lnTo>
                    <a:pt x="12773661" y="1164057"/>
                  </a:lnTo>
                  <a:lnTo>
                    <a:pt x="12722832" y="1170793"/>
                  </a:lnTo>
                  <a:lnTo>
                    <a:pt x="12705073" y="1171574"/>
                  </a:lnTo>
                </a:path>
              </a:pathLst>
            </a:custGeom>
            <a:ln w="38099">
              <a:solidFill>
                <a:srgbClr val="85AAD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97147" y="5863393"/>
              <a:ext cx="85725" cy="85724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1009650" y="7021438"/>
            <a:ext cx="13296265" cy="1209675"/>
            <a:chOff x="1009650" y="7021438"/>
            <a:chExt cx="13296265" cy="1209675"/>
          </a:xfrm>
        </p:grpSpPr>
        <p:sp>
          <p:nvSpPr>
            <p:cNvPr id="44" name="object 44"/>
            <p:cNvSpPr/>
            <p:nvPr/>
          </p:nvSpPr>
          <p:spPr>
            <a:xfrm>
              <a:off x="1028700" y="7040488"/>
              <a:ext cx="13258165" cy="1171575"/>
            </a:xfrm>
            <a:custGeom>
              <a:avLst/>
              <a:gdLst/>
              <a:ahLst/>
              <a:cxnLst/>
              <a:rect l="l" t="t" r="r" b="b"/>
              <a:pathLst>
                <a:path w="13258165" h="1171575">
                  <a:moveTo>
                    <a:pt x="552832" y="1171574"/>
                  </a:moveTo>
                  <a:lnTo>
                    <a:pt x="484243" y="1164057"/>
                  </a:lnTo>
                  <a:lnTo>
                    <a:pt x="434425" y="1152968"/>
                  </a:lnTo>
                  <a:lnTo>
                    <a:pt x="385890" y="1137637"/>
                  </a:lnTo>
                  <a:lnTo>
                    <a:pt x="338907" y="1118176"/>
                  </a:lnTo>
                  <a:lnTo>
                    <a:pt x="293747" y="1094697"/>
                  </a:lnTo>
                  <a:lnTo>
                    <a:pt x="250680" y="1067312"/>
                  </a:lnTo>
                  <a:lnTo>
                    <a:pt x="209975" y="1036133"/>
                  </a:lnTo>
                  <a:lnTo>
                    <a:pt x="171903" y="1001271"/>
                  </a:lnTo>
                  <a:lnTo>
                    <a:pt x="137042" y="963200"/>
                  </a:lnTo>
                  <a:lnTo>
                    <a:pt x="105863" y="922495"/>
                  </a:lnTo>
                  <a:lnTo>
                    <a:pt x="78478" y="879427"/>
                  </a:lnTo>
                  <a:lnTo>
                    <a:pt x="54999" y="834267"/>
                  </a:lnTo>
                  <a:lnTo>
                    <a:pt x="35538" y="787285"/>
                  </a:lnTo>
                  <a:lnTo>
                    <a:pt x="20207" y="738749"/>
                  </a:lnTo>
                  <a:lnTo>
                    <a:pt x="9118" y="688932"/>
                  </a:lnTo>
                  <a:lnTo>
                    <a:pt x="2382" y="638103"/>
                  </a:lnTo>
                  <a:lnTo>
                    <a:pt x="0" y="586526"/>
                  </a:lnTo>
                  <a:lnTo>
                    <a:pt x="2382" y="534959"/>
                  </a:lnTo>
                  <a:lnTo>
                    <a:pt x="9118" y="484130"/>
                  </a:lnTo>
                  <a:lnTo>
                    <a:pt x="20207" y="434312"/>
                  </a:lnTo>
                  <a:lnTo>
                    <a:pt x="35538" y="385777"/>
                  </a:lnTo>
                  <a:lnTo>
                    <a:pt x="54999" y="338795"/>
                  </a:lnTo>
                  <a:lnTo>
                    <a:pt x="78478" y="293635"/>
                  </a:lnTo>
                  <a:lnTo>
                    <a:pt x="105863" y="250567"/>
                  </a:lnTo>
                  <a:lnTo>
                    <a:pt x="137042" y="209862"/>
                  </a:lnTo>
                  <a:lnTo>
                    <a:pt x="171903" y="171790"/>
                  </a:lnTo>
                  <a:lnTo>
                    <a:pt x="209975" y="136929"/>
                  </a:lnTo>
                  <a:lnTo>
                    <a:pt x="250680" y="105750"/>
                  </a:lnTo>
                  <a:lnTo>
                    <a:pt x="293747" y="78365"/>
                  </a:lnTo>
                  <a:lnTo>
                    <a:pt x="338907" y="54886"/>
                  </a:lnTo>
                  <a:lnTo>
                    <a:pt x="385890" y="35425"/>
                  </a:lnTo>
                  <a:lnTo>
                    <a:pt x="434425" y="20094"/>
                  </a:lnTo>
                  <a:lnTo>
                    <a:pt x="484243" y="9005"/>
                  </a:lnTo>
                  <a:lnTo>
                    <a:pt x="535072" y="2270"/>
                  </a:lnTo>
                  <a:lnTo>
                    <a:pt x="586644" y="0"/>
                  </a:lnTo>
                  <a:lnTo>
                    <a:pt x="12671260" y="0"/>
                  </a:lnTo>
                  <a:lnTo>
                    <a:pt x="12722832" y="2269"/>
                  </a:lnTo>
                  <a:lnTo>
                    <a:pt x="12773661" y="9005"/>
                  </a:lnTo>
                  <a:lnTo>
                    <a:pt x="12823478" y="20094"/>
                  </a:lnTo>
                  <a:lnTo>
                    <a:pt x="12872013" y="35425"/>
                  </a:lnTo>
                  <a:lnTo>
                    <a:pt x="12918996" y="54886"/>
                  </a:lnTo>
                  <a:lnTo>
                    <a:pt x="12964156" y="78364"/>
                  </a:lnTo>
                  <a:lnTo>
                    <a:pt x="13007224" y="105749"/>
                  </a:lnTo>
                  <a:lnTo>
                    <a:pt x="13047929" y="136928"/>
                  </a:lnTo>
                  <a:lnTo>
                    <a:pt x="13086001" y="171790"/>
                  </a:lnTo>
                  <a:lnTo>
                    <a:pt x="13120862" y="209862"/>
                  </a:lnTo>
                  <a:lnTo>
                    <a:pt x="13152042" y="250566"/>
                  </a:lnTo>
                  <a:lnTo>
                    <a:pt x="13179427" y="293634"/>
                  </a:lnTo>
                  <a:lnTo>
                    <a:pt x="13202905" y="338794"/>
                  </a:lnTo>
                  <a:lnTo>
                    <a:pt x="13222366" y="385777"/>
                  </a:lnTo>
                  <a:lnTo>
                    <a:pt x="13237697" y="434312"/>
                  </a:lnTo>
                  <a:lnTo>
                    <a:pt x="13248787" y="484130"/>
                  </a:lnTo>
                  <a:lnTo>
                    <a:pt x="13255522" y="534959"/>
                  </a:lnTo>
                  <a:lnTo>
                    <a:pt x="13257792" y="586531"/>
                  </a:lnTo>
                  <a:lnTo>
                    <a:pt x="13255522" y="638103"/>
                  </a:lnTo>
                  <a:lnTo>
                    <a:pt x="13248787" y="688932"/>
                  </a:lnTo>
                  <a:lnTo>
                    <a:pt x="13237697" y="738750"/>
                  </a:lnTo>
                  <a:lnTo>
                    <a:pt x="13222366" y="787285"/>
                  </a:lnTo>
                  <a:lnTo>
                    <a:pt x="13202905" y="834268"/>
                  </a:lnTo>
                  <a:lnTo>
                    <a:pt x="13179427" y="879428"/>
                  </a:lnTo>
                  <a:lnTo>
                    <a:pt x="13152041" y="922496"/>
                  </a:lnTo>
                  <a:lnTo>
                    <a:pt x="13120862" y="963200"/>
                  </a:lnTo>
                  <a:lnTo>
                    <a:pt x="13086001" y="1001272"/>
                  </a:lnTo>
                  <a:lnTo>
                    <a:pt x="13047929" y="1036134"/>
                  </a:lnTo>
                  <a:lnTo>
                    <a:pt x="13007224" y="1067313"/>
                  </a:lnTo>
                  <a:lnTo>
                    <a:pt x="12964156" y="1094698"/>
                  </a:lnTo>
                  <a:lnTo>
                    <a:pt x="12918996" y="1118176"/>
                  </a:lnTo>
                  <a:lnTo>
                    <a:pt x="12872013" y="1137637"/>
                  </a:lnTo>
                  <a:lnTo>
                    <a:pt x="12823479" y="1152968"/>
                  </a:lnTo>
                  <a:lnTo>
                    <a:pt x="12773661" y="1164057"/>
                  </a:lnTo>
                  <a:lnTo>
                    <a:pt x="12722832" y="1170793"/>
                  </a:lnTo>
                  <a:lnTo>
                    <a:pt x="12705073" y="1171574"/>
                  </a:lnTo>
                </a:path>
              </a:pathLst>
            </a:custGeom>
            <a:ln w="38099">
              <a:solidFill>
                <a:srgbClr val="85AAD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97147" y="7398431"/>
              <a:ext cx="85725" cy="8572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624656" y="2558995"/>
            <a:ext cx="12066270" cy="5433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50190">
              <a:lnSpc>
                <a:spcPct val="116700"/>
              </a:lnSpc>
              <a:spcBef>
                <a:spcPts val="95"/>
              </a:spcBef>
            </a:pP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Vocal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55" b="1">
                <a:solidFill>
                  <a:srgbClr val="033358"/>
                </a:solidFill>
                <a:latin typeface="Tahoma"/>
                <a:cs typeface="Tahoma"/>
              </a:rPr>
              <a:t>path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uses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200" b="1">
                <a:solidFill>
                  <a:srgbClr val="033358"/>
                </a:solidFill>
                <a:latin typeface="Tahoma"/>
                <a:cs typeface="Tahoma"/>
              </a:rPr>
              <a:t>AI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and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audio-</a:t>
            </a:r>
            <a:r>
              <a:rPr dirty="0" sz="2250" spc="-50" b="1">
                <a:solidFill>
                  <a:srgbClr val="033358"/>
                </a:solidFill>
                <a:latin typeface="Tahoma"/>
                <a:cs typeface="Tahoma"/>
              </a:rPr>
              <a:t>only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speech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30" b="1">
                <a:solidFill>
                  <a:srgbClr val="033358"/>
                </a:solidFill>
                <a:latin typeface="Tahoma"/>
                <a:cs typeface="Tahoma"/>
              </a:rPr>
              <a:t>analysis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033358"/>
                </a:solidFill>
                <a:latin typeface="Tahoma"/>
                <a:cs typeface="Tahoma"/>
              </a:rPr>
              <a:t>to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detect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speech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20" b="1">
                <a:solidFill>
                  <a:srgbClr val="033358"/>
                </a:solidFill>
                <a:latin typeface="Tahoma"/>
                <a:cs typeface="Tahoma"/>
              </a:rPr>
              <a:t>disfluencies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25" b="1">
                <a:solidFill>
                  <a:srgbClr val="033358"/>
                </a:solidFill>
                <a:latin typeface="Tahoma"/>
                <a:cs typeface="Tahoma"/>
              </a:rPr>
              <a:t>and </a:t>
            </a:r>
            <a:r>
              <a:rPr dirty="0" sz="2250" spc="-55" b="1">
                <a:solidFill>
                  <a:srgbClr val="033358"/>
                </a:solidFill>
                <a:latin typeface="Tahoma"/>
                <a:cs typeface="Tahoma"/>
              </a:rPr>
              <a:t>identify</a:t>
            </a:r>
            <a:r>
              <a:rPr dirty="0" sz="2250" spc="-8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55" b="1">
                <a:solidFill>
                  <a:srgbClr val="033358"/>
                </a:solidFill>
                <a:latin typeface="Tahoma"/>
                <a:cs typeface="Tahoma"/>
              </a:rPr>
              <a:t>stuttering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033358"/>
                </a:solidFill>
                <a:latin typeface="Tahoma"/>
                <a:cs typeface="Tahoma"/>
              </a:rPr>
              <a:t>patterns</a:t>
            </a:r>
            <a:r>
              <a:rPr dirty="0" sz="2250" spc="-8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90" b="1">
                <a:solidFill>
                  <a:srgbClr val="033358"/>
                </a:solidFill>
                <a:latin typeface="Tahoma"/>
                <a:cs typeface="Tahoma"/>
              </a:rPr>
              <a:t>in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children.</a:t>
            </a:r>
            <a:endParaRPr sz="22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250">
              <a:latin typeface="Tahoma"/>
              <a:cs typeface="Tahoma"/>
            </a:endParaRPr>
          </a:p>
          <a:p>
            <a:pPr marL="12700" marR="287655">
              <a:lnSpc>
                <a:spcPct val="116700"/>
              </a:lnSpc>
            </a:pP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The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system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is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20" b="1">
                <a:solidFill>
                  <a:srgbClr val="033358"/>
                </a:solidFill>
                <a:latin typeface="Tahoma"/>
                <a:cs typeface="Tahoma"/>
              </a:rPr>
              <a:t>specifically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designed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033358"/>
                </a:solidFill>
                <a:latin typeface="Tahoma"/>
                <a:cs typeface="Tahoma"/>
              </a:rPr>
              <a:t>to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35" b="1">
                <a:solidFill>
                  <a:srgbClr val="033358"/>
                </a:solidFill>
                <a:latin typeface="Tahoma"/>
                <a:cs typeface="Tahoma"/>
              </a:rPr>
              <a:t>support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children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aged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80" b="1">
                <a:solidFill>
                  <a:srgbClr val="033358"/>
                </a:solidFill>
                <a:latin typeface="Tahoma"/>
                <a:cs typeface="Tahoma"/>
              </a:rPr>
              <a:t>5–</a:t>
            </a:r>
            <a:r>
              <a:rPr dirty="0" sz="2250" spc="-125" b="1">
                <a:solidFill>
                  <a:srgbClr val="033358"/>
                </a:solidFill>
                <a:latin typeface="Tahoma"/>
                <a:cs typeface="Tahoma"/>
              </a:rPr>
              <a:t>10,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50" b="1">
                <a:solidFill>
                  <a:srgbClr val="033358"/>
                </a:solidFill>
                <a:latin typeface="Tahoma"/>
                <a:cs typeface="Tahoma"/>
              </a:rPr>
              <a:t>helping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with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early </a:t>
            </a:r>
            <a:r>
              <a:rPr dirty="0" sz="2250" spc="-30" b="1">
                <a:solidFill>
                  <a:srgbClr val="033358"/>
                </a:solidFill>
                <a:latin typeface="Tahoma"/>
                <a:cs typeface="Tahoma"/>
              </a:rPr>
              <a:t>detection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and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60" b="1">
                <a:solidFill>
                  <a:srgbClr val="033358"/>
                </a:solidFill>
                <a:latin typeface="Tahoma"/>
                <a:cs typeface="Tahoma"/>
              </a:rPr>
              <a:t>intervention</a:t>
            </a:r>
            <a:r>
              <a:rPr dirty="0" sz="2250" spc="-9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65" b="1">
                <a:solidFill>
                  <a:srgbClr val="033358"/>
                </a:solidFill>
                <a:latin typeface="Tahoma"/>
                <a:cs typeface="Tahoma"/>
              </a:rPr>
              <a:t>during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an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important</a:t>
            </a:r>
            <a:r>
              <a:rPr dirty="0" sz="2250" spc="-9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stage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of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speech</a:t>
            </a:r>
            <a:r>
              <a:rPr dirty="0" sz="2250" spc="-9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development.</a:t>
            </a:r>
            <a:endParaRPr sz="22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250">
              <a:latin typeface="Tahoma"/>
              <a:cs typeface="Tahoma"/>
            </a:endParaRPr>
          </a:p>
          <a:p>
            <a:pPr marL="12700" marR="5080">
              <a:lnSpc>
                <a:spcPct val="116700"/>
              </a:lnSpc>
            </a:pPr>
            <a:r>
              <a:rPr dirty="0" sz="2250" spc="-280" b="1">
                <a:solidFill>
                  <a:srgbClr val="033358"/>
                </a:solidFill>
                <a:latin typeface="Tahoma"/>
                <a:cs typeface="Tahoma"/>
              </a:rPr>
              <a:t>It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20" b="1">
                <a:solidFill>
                  <a:srgbClr val="033358"/>
                </a:solidFill>
                <a:latin typeface="Tahoma"/>
                <a:cs typeface="Tahoma"/>
              </a:rPr>
              <a:t>provides</a:t>
            </a:r>
            <a:r>
              <a:rPr dirty="0" sz="2250" spc="-114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20" b="1">
                <a:solidFill>
                  <a:srgbClr val="033358"/>
                </a:solidFill>
                <a:latin typeface="Tahoma"/>
                <a:cs typeface="Tahoma"/>
              </a:rPr>
              <a:t>customized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speech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exercises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and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progress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033358"/>
                </a:solidFill>
                <a:latin typeface="Tahoma"/>
                <a:cs typeface="Tahoma"/>
              </a:rPr>
              <a:t>tracking,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70" b="1">
                <a:solidFill>
                  <a:srgbClr val="033358"/>
                </a:solidFill>
                <a:latin typeface="Tahoma"/>
                <a:cs typeface="Tahoma"/>
              </a:rPr>
              <a:t>allowing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033358"/>
                </a:solidFill>
                <a:latin typeface="Tahoma"/>
                <a:cs typeface="Tahoma"/>
              </a:rPr>
              <a:t>therapy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033358"/>
                </a:solidFill>
                <a:latin typeface="Tahoma"/>
                <a:cs typeface="Tahoma"/>
              </a:rPr>
              <a:t>to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25" b="1">
                <a:solidFill>
                  <a:srgbClr val="033358"/>
                </a:solidFill>
                <a:latin typeface="Tahoma"/>
                <a:cs typeface="Tahoma"/>
              </a:rPr>
              <a:t>be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adaptive</a:t>
            </a:r>
            <a:r>
              <a:rPr dirty="0" sz="2250" spc="-11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033358"/>
                </a:solidFill>
                <a:latin typeface="Tahoma"/>
                <a:cs typeface="Tahoma"/>
              </a:rPr>
              <a:t>to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each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30" b="1">
                <a:solidFill>
                  <a:srgbClr val="033358"/>
                </a:solidFill>
                <a:latin typeface="Tahoma"/>
                <a:cs typeface="Tahoma"/>
              </a:rPr>
              <a:t>child’s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60" b="1">
                <a:solidFill>
                  <a:srgbClr val="033358"/>
                </a:solidFill>
                <a:latin typeface="Tahoma"/>
                <a:cs typeface="Tahoma"/>
              </a:rPr>
              <a:t>individual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needs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and</a:t>
            </a:r>
            <a:r>
              <a:rPr dirty="0" sz="2250" spc="-10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70" b="1">
                <a:solidFill>
                  <a:srgbClr val="033358"/>
                </a:solidFill>
                <a:latin typeface="Tahoma"/>
                <a:cs typeface="Tahoma"/>
              </a:rPr>
              <a:t>improvement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20" b="1">
                <a:solidFill>
                  <a:srgbClr val="033358"/>
                </a:solidFill>
                <a:latin typeface="Tahoma"/>
                <a:cs typeface="Tahoma"/>
              </a:rPr>
              <a:t>over</a:t>
            </a:r>
            <a:r>
              <a:rPr dirty="0" sz="2250" spc="-10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time.</a:t>
            </a:r>
            <a:endParaRPr sz="22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250">
              <a:latin typeface="Tahoma"/>
              <a:cs typeface="Tahoma"/>
            </a:endParaRPr>
          </a:p>
          <a:p>
            <a:pPr marL="12700" marR="266700">
              <a:lnSpc>
                <a:spcPct val="116700"/>
              </a:lnSpc>
            </a:pPr>
            <a:r>
              <a:rPr dirty="0" sz="2250" spc="-30" b="1">
                <a:solidFill>
                  <a:srgbClr val="033358"/>
                </a:solidFill>
                <a:latin typeface="Tahoma"/>
                <a:cs typeface="Tahoma"/>
              </a:rPr>
              <a:t>Through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a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50" b="1">
                <a:solidFill>
                  <a:srgbClr val="033358"/>
                </a:solidFill>
                <a:latin typeface="Tahoma"/>
                <a:cs typeface="Tahoma"/>
              </a:rPr>
              <a:t>Sinhala-</a:t>
            </a:r>
            <a:r>
              <a:rPr dirty="0" sz="2250" spc="-30" b="1">
                <a:solidFill>
                  <a:srgbClr val="033358"/>
                </a:solidFill>
                <a:latin typeface="Tahoma"/>
                <a:cs typeface="Tahoma"/>
              </a:rPr>
              <a:t>supported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65" b="1">
                <a:solidFill>
                  <a:srgbClr val="033358"/>
                </a:solidFill>
                <a:latin typeface="Tahoma"/>
                <a:cs typeface="Tahoma"/>
              </a:rPr>
              <a:t>mobile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50" b="1">
                <a:solidFill>
                  <a:srgbClr val="033358"/>
                </a:solidFill>
                <a:latin typeface="Tahoma"/>
                <a:cs typeface="Tahoma"/>
              </a:rPr>
              <a:t>application,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033358"/>
                </a:solidFill>
                <a:latin typeface="Tahoma"/>
                <a:cs typeface="Tahoma"/>
              </a:rPr>
              <a:t>the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platform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35" b="1">
                <a:solidFill>
                  <a:srgbClr val="033358"/>
                </a:solidFill>
                <a:latin typeface="Tahoma"/>
                <a:cs typeface="Tahoma"/>
              </a:rPr>
              <a:t>makes</a:t>
            </a:r>
            <a:r>
              <a:rPr dirty="0" sz="2250" spc="-7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speech</a:t>
            </a:r>
            <a:r>
              <a:rPr dirty="0" sz="2250" spc="-8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therapy </a:t>
            </a:r>
            <a:r>
              <a:rPr dirty="0" sz="2250" spc="-65" b="1">
                <a:solidFill>
                  <a:srgbClr val="033358"/>
                </a:solidFill>
                <a:latin typeface="Tahoma"/>
                <a:cs typeface="Tahoma"/>
              </a:rPr>
              <a:t>more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b="1">
                <a:solidFill>
                  <a:srgbClr val="033358"/>
                </a:solidFill>
                <a:latin typeface="Tahoma"/>
                <a:cs typeface="Tahoma"/>
              </a:rPr>
              <a:t>accessible,</a:t>
            </a:r>
            <a:r>
              <a:rPr dirty="0" sz="2250" spc="-9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user-</a:t>
            </a:r>
            <a:r>
              <a:rPr dirty="0" sz="2250" spc="-50" b="1">
                <a:solidFill>
                  <a:srgbClr val="033358"/>
                </a:solidFill>
                <a:latin typeface="Tahoma"/>
                <a:cs typeface="Tahoma"/>
              </a:rPr>
              <a:t>friendly,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and</a:t>
            </a:r>
            <a:r>
              <a:rPr dirty="0" sz="2250" spc="-9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35" b="1">
                <a:solidFill>
                  <a:srgbClr val="033358"/>
                </a:solidFill>
                <a:latin typeface="Tahoma"/>
                <a:cs typeface="Tahoma"/>
              </a:rPr>
              <a:t>data-</a:t>
            </a:r>
            <a:r>
              <a:rPr dirty="0" sz="2250" spc="-50" b="1">
                <a:solidFill>
                  <a:srgbClr val="033358"/>
                </a:solidFill>
                <a:latin typeface="Tahoma"/>
                <a:cs typeface="Tahoma"/>
              </a:rPr>
              <a:t>driven</a:t>
            </a:r>
            <a:r>
              <a:rPr dirty="0" sz="2250" spc="-9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for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033358"/>
                </a:solidFill>
                <a:latin typeface="Tahoma"/>
                <a:cs typeface="Tahoma"/>
              </a:rPr>
              <a:t>both</a:t>
            </a:r>
            <a:r>
              <a:rPr dirty="0" sz="2250" spc="-9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children</a:t>
            </a:r>
            <a:r>
              <a:rPr dirty="0" sz="2250" spc="-95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40" b="1">
                <a:solidFill>
                  <a:srgbClr val="033358"/>
                </a:solidFill>
                <a:latin typeface="Tahoma"/>
                <a:cs typeface="Tahoma"/>
              </a:rPr>
              <a:t>and</a:t>
            </a:r>
            <a:r>
              <a:rPr dirty="0" sz="2250" spc="-90" b="1">
                <a:solidFill>
                  <a:srgbClr val="033358"/>
                </a:solidFill>
                <a:latin typeface="Tahoma"/>
                <a:cs typeface="Tahoma"/>
              </a:rPr>
              <a:t> </a:t>
            </a:r>
            <a:r>
              <a:rPr dirty="0" sz="2250" spc="-10" b="1">
                <a:solidFill>
                  <a:srgbClr val="033358"/>
                </a:solidFill>
                <a:latin typeface="Tahoma"/>
                <a:cs typeface="Tahoma"/>
              </a:rPr>
              <a:t>clinicians.</a:t>
            </a:r>
            <a:endParaRPr sz="2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26951"/>
            <a:ext cx="2468245" cy="3760470"/>
            <a:chOff x="0" y="6526951"/>
            <a:chExt cx="2468245" cy="3760470"/>
          </a:xfrm>
        </p:grpSpPr>
        <p:sp>
          <p:nvSpPr>
            <p:cNvPr id="3" name="object 3"/>
            <p:cNvSpPr/>
            <p:nvPr/>
          </p:nvSpPr>
          <p:spPr>
            <a:xfrm>
              <a:off x="0" y="6526961"/>
              <a:ext cx="2468245" cy="3760470"/>
            </a:xfrm>
            <a:custGeom>
              <a:avLst/>
              <a:gdLst/>
              <a:ahLst/>
              <a:cxnLst/>
              <a:rect l="l" t="t" r="r" b="b"/>
              <a:pathLst>
                <a:path w="2468245" h="3760470">
                  <a:moveTo>
                    <a:pt x="1521942" y="3760051"/>
                  </a:moveTo>
                  <a:lnTo>
                    <a:pt x="0" y="1509344"/>
                  </a:lnTo>
                  <a:lnTo>
                    <a:pt x="0" y="3760051"/>
                  </a:lnTo>
                  <a:lnTo>
                    <a:pt x="1521942" y="3760051"/>
                  </a:lnTo>
                  <a:close/>
                </a:path>
                <a:path w="2468245" h="3760470">
                  <a:moveTo>
                    <a:pt x="2467660" y="3760051"/>
                  </a:moveTo>
                  <a:lnTo>
                    <a:pt x="0" y="0"/>
                  </a:lnTo>
                  <a:lnTo>
                    <a:pt x="0" y="68376"/>
                  </a:lnTo>
                  <a:lnTo>
                    <a:pt x="2422664" y="3760051"/>
                  </a:lnTo>
                  <a:lnTo>
                    <a:pt x="2467660" y="3760051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0537" y="10063710"/>
              <a:ext cx="164470" cy="16447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273" y="10063710"/>
              <a:ext cx="164470" cy="1644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2008" y="10063710"/>
              <a:ext cx="164470" cy="1644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755" y="10063710"/>
              <a:ext cx="155457" cy="1644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0537" y="9819445"/>
              <a:ext cx="164470" cy="1644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6273" y="9819445"/>
              <a:ext cx="164470" cy="1644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008" y="9819445"/>
              <a:ext cx="164470" cy="1644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6755" y="9819446"/>
              <a:ext cx="155457" cy="1644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0537" y="9575180"/>
              <a:ext cx="164470" cy="1644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6273" y="9575180"/>
              <a:ext cx="164470" cy="16447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2008" y="9575180"/>
              <a:ext cx="164470" cy="1644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755" y="9575181"/>
              <a:ext cx="155457" cy="16447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0537" y="9330915"/>
              <a:ext cx="164470" cy="16447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6273" y="9330915"/>
              <a:ext cx="164470" cy="16447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2008" y="9330915"/>
              <a:ext cx="164470" cy="16447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755" y="9330916"/>
              <a:ext cx="155457" cy="16447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0537" y="9086651"/>
              <a:ext cx="164470" cy="16447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6273" y="9086651"/>
              <a:ext cx="164470" cy="16447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2008" y="9086651"/>
              <a:ext cx="164470" cy="16447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6755" y="9086651"/>
              <a:ext cx="155457" cy="16447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0537" y="8851210"/>
              <a:ext cx="164470" cy="1556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6273" y="8851210"/>
              <a:ext cx="164470" cy="15564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2008" y="8851210"/>
              <a:ext cx="164470" cy="15564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6755" y="8851210"/>
              <a:ext cx="155457" cy="155646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15293578" y="0"/>
            <a:ext cx="2994660" cy="4601845"/>
            <a:chOff x="15293578" y="0"/>
            <a:chExt cx="2994660" cy="4601845"/>
          </a:xfrm>
        </p:grpSpPr>
        <p:sp>
          <p:nvSpPr>
            <p:cNvPr id="29" name="object 29"/>
            <p:cNvSpPr/>
            <p:nvPr/>
          </p:nvSpPr>
          <p:spPr>
            <a:xfrm>
              <a:off x="15293569" y="11"/>
              <a:ext cx="2994660" cy="4563110"/>
            </a:xfrm>
            <a:custGeom>
              <a:avLst/>
              <a:gdLst/>
              <a:ahLst/>
              <a:cxnLst/>
              <a:rect l="l" t="t" r="r" b="b"/>
              <a:pathLst>
                <a:path w="2994659" h="4563110">
                  <a:moveTo>
                    <a:pt x="2994418" y="4483824"/>
                  </a:moveTo>
                  <a:lnTo>
                    <a:pt x="51892" y="0"/>
                  </a:lnTo>
                  <a:lnTo>
                    <a:pt x="0" y="0"/>
                  </a:lnTo>
                  <a:lnTo>
                    <a:pt x="2994418" y="4562665"/>
                  </a:lnTo>
                  <a:lnTo>
                    <a:pt x="2994418" y="4483824"/>
                  </a:lnTo>
                  <a:close/>
                </a:path>
                <a:path w="2994659" h="4563110">
                  <a:moveTo>
                    <a:pt x="2994418" y="0"/>
                  </a:moveTo>
                  <a:lnTo>
                    <a:pt x="1091603" y="0"/>
                  </a:lnTo>
                  <a:lnTo>
                    <a:pt x="2994418" y="2813926"/>
                  </a:lnTo>
                  <a:lnTo>
                    <a:pt x="2994418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8122824" y="1814384"/>
              <a:ext cx="165735" cy="2787650"/>
            </a:xfrm>
            <a:custGeom>
              <a:avLst/>
              <a:gdLst/>
              <a:ahLst/>
              <a:cxnLst/>
              <a:rect l="l" t="t" r="r" b="b"/>
              <a:pathLst>
                <a:path w="165734" h="2787650">
                  <a:moveTo>
                    <a:pt x="165163" y="341426"/>
                  </a:moveTo>
                  <a:lnTo>
                    <a:pt x="0" y="341426"/>
                  </a:lnTo>
                  <a:lnTo>
                    <a:pt x="0" y="384606"/>
                  </a:lnTo>
                  <a:lnTo>
                    <a:pt x="0" y="2744266"/>
                  </a:lnTo>
                  <a:lnTo>
                    <a:pt x="0" y="2787446"/>
                  </a:lnTo>
                  <a:lnTo>
                    <a:pt x="165163" y="2787446"/>
                  </a:lnTo>
                  <a:lnTo>
                    <a:pt x="165163" y="2744266"/>
                  </a:lnTo>
                  <a:lnTo>
                    <a:pt x="43294" y="2744266"/>
                  </a:lnTo>
                  <a:lnTo>
                    <a:pt x="43294" y="384606"/>
                  </a:lnTo>
                  <a:lnTo>
                    <a:pt x="165163" y="384606"/>
                  </a:lnTo>
                  <a:lnTo>
                    <a:pt x="165163" y="341426"/>
                  </a:lnTo>
                  <a:close/>
                </a:path>
                <a:path w="165734" h="2787650">
                  <a:moveTo>
                    <a:pt x="165163" y="0"/>
                  </a:moveTo>
                  <a:lnTo>
                    <a:pt x="15151" y="0"/>
                  </a:lnTo>
                  <a:lnTo>
                    <a:pt x="15151" y="43307"/>
                  </a:lnTo>
                  <a:lnTo>
                    <a:pt x="165163" y="43307"/>
                  </a:lnTo>
                  <a:lnTo>
                    <a:pt x="165163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612443" y="16898"/>
              <a:ext cx="189664" cy="18966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94124" y="16898"/>
              <a:ext cx="189664" cy="18966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175806" y="16898"/>
              <a:ext cx="189664" cy="18966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457486" y="16898"/>
              <a:ext cx="179271" cy="1896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612443" y="298579"/>
              <a:ext cx="189664" cy="1896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894124" y="298579"/>
              <a:ext cx="189664" cy="1896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175806" y="298579"/>
              <a:ext cx="189664" cy="1896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457486" y="298579"/>
              <a:ext cx="179271" cy="1896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612443" y="580261"/>
              <a:ext cx="189664" cy="18966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94124" y="580261"/>
              <a:ext cx="189664" cy="1896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175806" y="580261"/>
              <a:ext cx="189664" cy="1896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612443" y="861943"/>
              <a:ext cx="189664" cy="1896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457486" y="580261"/>
              <a:ext cx="179271" cy="1896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94124" y="861943"/>
              <a:ext cx="189664" cy="18966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175806" y="861943"/>
              <a:ext cx="189664" cy="18966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612443" y="1143624"/>
              <a:ext cx="189664" cy="1896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457486" y="861943"/>
              <a:ext cx="179271" cy="18966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175806" y="1143624"/>
              <a:ext cx="189664" cy="18966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94124" y="1143624"/>
              <a:ext cx="189664" cy="1896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457486" y="1143624"/>
              <a:ext cx="179271" cy="1896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612442" y="1425306"/>
              <a:ext cx="189664" cy="17948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894123" y="1425306"/>
              <a:ext cx="189664" cy="17948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7175805" y="1425306"/>
              <a:ext cx="189664" cy="1794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7457486" y="1425306"/>
              <a:ext cx="179271" cy="179488"/>
            </a:xfrm>
            <a:prstGeom prst="rect">
              <a:avLst/>
            </a:prstGeom>
          </p:spPr>
        </p:pic>
      </p:grpSp>
      <p:sp>
        <p:nvSpPr>
          <p:cNvPr id="55" name="object 55"/>
          <p:cNvSpPr/>
          <p:nvPr/>
        </p:nvSpPr>
        <p:spPr>
          <a:xfrm>
            <a:off x="16633178" y="7765376"/>
            <a:ext cx="1654810" cy="2522220"/>
          </a:xfrm>
          <a:custGeom>
            <a:avLst/>
            <a:gdLst/>
            <a:ahLst/>
            <a:cxnLst/>
            <a:rect l="l" t="t" r="r" b="b"/>
            <a:pathLst>
              <a:path w="1654809" h="2522220">
                <a:moveTo>
                  <a:pt x="1654810" y="1701368"/>
                </a:moveTo>
                <a:lnTo>
                  <a:pt x="1100150" y="2521635"/>
                </a:lnTo>
                <a:lnTo>
                  <a:pt x="1654810" y="2521635"/>
                </a:lnTo>
                <a:lnTo>
                  <a:pt x="1654810" y="1701368"/>
                </a:lnTo>
                <a:close/>
              </a:path>
              <a:path w="1654809" h="2522220">
                <a:moveTo>
                  <a:pt x="1654810" y="0"/>
                </a:moveTo>
                <a:lnTo>
                  <a:pt x="0" y="2521635"/>
                </a:lnTo>
                <a:lnTo>
                  <a:pt x="51701" y="2521635"/>
                </a:lnTo>
                <a:lnTo>
                  <a:pt x="1654810" y="78790"/>
                </a:lnTo>
                <a:lnTo>
                  <a:pt x="1654810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6076753" y="6898995"/>
            <a:ext cx="2211705" cy="3096260"/>
          </a:xfrm>
          <a:custGeom>
            <a:avLst/>
            <a:gdLst/>
            <a:ahLst/>
            <a:cxnLst/>
            <a:rect l="l" t="t" r="r" b="b"/>
            <a:pathLst>
              <a:path w="2211705" h="3096259">
                <a:moveTo>
                  <a:pt x="2211235" y="3053080"/>
                </a:moveTo>
                <a:lnTo>
                  <a:pt x="43294" y="3053080"/>
                </a:lnTo>
                <a:lnTo>
                  <a:pt x="43294" y="43180"/>
                </a:lnTo>
                <a:lnTo>
                  <a:pt x="745007" y="43180"/>
                </a:lnTo>
                <a:lnTo>
                  <a:pt x="745007" y="0"/>
                </a:lnTo>
                <a:lnTo>
                  <a:pt x="0" y="0"/>
                </a:lnTo>
                <a:lnTo>
                  <a:pt x="0" y="43180"/>
                </a:lnTo>
                <a:lnTo>
                  <a:pt x="0" y="3053080"/>
                </a:lnTo>
                <a:lnTo>
                  <a:pt x="0" y="3096260"/>
                </a:lnTo>
                <a:lnTo>
                  <a:pt x="2211235" y="3096260"/>
                </a:lnTo>
                <a:lnTo>
                  <a:pt x="2211235" y="3053080"/>
                </a:lnTo>
                <a:close/>
              </a:path>
              <a:path w="2211705" h="3096259">
                <a:moveTo>
                  <a:pt x="2211235" y="308610"/>
                </a:moveTo>
                <a:lnTo>
                  <a:pt x="426529" y="308610"/>
                </a:lnTo>
                <a:lnTo>
                  <a:pt x="426529" y="351790"/>
                </a:lnTo>
                <a:lnTo>
                  <a:pt x="426529" y="2711450"/>
                </a:lnTo>
                <a:lnTo>
                  <a:pt x="426529" y="2754630"/>
                </a:lnTo>
                <a:lnTo>
                  <a:pt x="2211235" y="2754630"/>
                </a:lnTo>
                <a:lnTo>
                  <a:pt x="2211235" y="2711450"/>
                </a:lnTo>
                <a:lnTo>
                  <a:pt x="469823" y="2711450"/>
                </a:lnTo>
                <a:lnTo>
                  <a:pt x="469823" y="351790"/>
                </a:lnTo>
                <a:lnTo>
                  <a:pt x="2211235" y="351790"/>
                </a:lnTo>
                <a:lnTo>
                  <a:pt x="2211235" y="30861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0" y="11"/>
            <a:ext cx="2276475" cy="3468370"/>
          </a:xfrm>
          <a:custGeom>
            <a:avLst/>
            <a:gdLst/>
            <a:ahLst/>
            <a:cxnLst/>
            <a:rect l="l" t="t" r="r" b="b"/>
            <a:pathLst>
              <a:path w="2276475" h="3468370">
                <a:moveTo>
                  <a:pt x="1388783" y="0"/>
                </a:moveTo>
                <a:lnTo>
                  <a:pt x="0" y="0"/>
                </a:lnTo>
                <a:lnTo>
                  <a:pt x="0" y="2053780"/>
                </a:lnTo>
                <a:lnTo>
                  <a:pt x="1388783" y="0"/>
                </a:lnTo>
                <a:close/>
              </a:path>
              <a:path w="2276475" h="3468370">
                <a:moveTo>
                  <a:pt x="2275954" y="0"/>
                </a:moveTo>
                <a:lnTo>
                  <a:pt x="2233333" y="0"/>
                </a:lnTo>
                <a:lnTo>
                  <a:pt x="0" y="3403168"/>
                </a:lnTo>
                <a:lnTo>
                  <a:pt x="0" y="3468128"/>
                </a:lnTo>
                <a:lnTo>
                  <a:pt x="2275954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0" y="1228000"/>
            <a:ext cx="2086610" cy="2552700"/>
          </a:xfrm>
          <a:custGeom>
            <a:avLst/>
            <a:gdLst/>
            <a:ahLst/>
            <a:cxnLst/>
            <a:rect l="l" t="t" r="r" b="b"/>
            <a:pathLst>
              <a:path w="2086610" h="2552700">
                <a:moveTo>
                  <a:pt x="1734769" y="281940"/>
                </a:moveTo>
                <a:lnTo>
                  <a:pt x="0" y="281940"/>
                </a:lnTo>
                <a:lnTo>
                  <a:pt x="0" y="317500"/>
                </a:lnTo>
                <a:lnTo>
                  <a:pt x="1699069" y="317500"/>
                </a:lnTo>
                <a:lnTo>
                  <a:pt x="1699069" y="2263140"/>
                </a:lnTo>
                <a:lnTo>
                  <a:pt x="0" y="2263140"/>
                </a:lnTo>
                <a:lnTo>
                  <a:pt x="0" y="2298700"/>
                </a:lnTo>
                <a:lnTo>
                  <a:pt x="1734769" y="2298700"/>
                </a:lnTo>
                <a:lnTo>
                  <a:pt x="1734769" y="2263140"/>
                </a:lnTo>
                <a:lnTo>
                  <a:pt x="1734769" y="317500"/>
                </a:lnTo>
                <a:lnTo>
                  <a:pt x="1734769" y="281940"/>
                </a:lnTo>
                <a:close/>
              </a:path>
              <a:path w="2086610" h="2552700">
                <a:moveTo>
                  <a:pt x="2086368" y="0"/>
                </a:moveTo>
                <a:lnTo>
                  <a:pt x="0" y="0"/>
                </a:lnTo>
                <a:lnTo>
                  <a:pt x="0" y="36830"/>
                </a:lnTo>
                <a:lnTo>
                  <a:pt x="2050669" y="36830"/>
                </a:lnTo>
                <a:lnTo>
                  <a:pt x="2050669" y="2517140"/>
                </a:lnTo>
                <a:lnTo>
                  <a:pt x="1472222" y="2517140"/>
                </a:lnTo>
                <a:lnTo>
                  <a:pt x="1472222" y="2552700"/>
                </a:lnTo>
                <a:lnTo>
                  <a:pt x="2086368" y="2552700"/>
                </a:lnTo>
                <a:lnTo>
                  <a:pt x="2086368" y="2517140"/>
                </a:lnTo>
                <a:lnTo>
                  <a:pt x="2086368" y="36830"/>
                </a:lnTo>
                <a:lnTo>
                  <a:pt x="2086368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67864">
              <a:lnSpc>
                <a:spcPct val="100000"/>
              </a:lnSpc>
              <a:spcBef>
                <a:spcPts val="100"/>
              </a:spcBef>
            </a:pPr>
            <a:r>
              <a:rPr dirty="0" sz="7500" spc="700"/>
              <a:t>RESEARCH</a:t>
            </a:r>
            <a:r>
              <a:rPr dirty="0" sz="7500" spc="-185"/>
              <a:t> </a:t>
            </a:r>
            <a:r>
              <a:rPr dirty="0" sz="7500" spc="915"/>
              <a:t>GAP</a:t>
            </a:r>
            <a:endParaRPr sz="7500"/>
          </a:p>
        </p:txBody>
      </p:sp>
      <p:grpSp>
        <p:nvGrpSpPr>
          <p:cNvPr id="60" name="object 60"/>
          <p:cNvGrpSpPr/>
          <p:nvPr/>
        </p:nvGrpSpPr>
        <p:grpSpPr>
          <a:xfrm>
            <a:off x="2244838" y="2279535"/>
            <a:ext cx="8159750" cy="5252720"/>
            <a:chOff x="2244838" y="2279535"/>
            <a:chExt cx="8159750" cy="5252720"/>
          </a:xfrm>
        </p:grpSpPr>
        <p:sp>
          <p:nvSpPr>
            <p:cNvPr id="61" name="object 61"/>
            <p:cNvSpPr/>
            <p:nvPr/>
          </p:nvSpPr>
          <p:spPr>
            <a:xfrm>
              <a:off x="2984349" y="2298585"/>
              <a:ext cx="7400925" cy="1390650"/>
            </a:xfrm>
            <a:custGeom>
              <a:avLst/>
              <a:gdLst/>
              <a:ahLst/>
              <a:cxnLst/>
              <a:rect l="l" t="t" r="r" b="b"/>
              <a:pathLst>
                <a:path w="7400925" h="1390650">
                  <a:moveTo>
                    <a:pt x="7400924" y="777401"/>
                  </a:moveTo>
                  <a:lnTo>
                    <a:pt x="7395003" y="843141"/>
                  </a:lnTo>
                  <a:lnTo>
                    <a:pt x="7386413" y="889423"/>
                  </a:lnTo>
                  <a:lnTo>
                    <a:pt x="7374604" y="934490"/>
                  </a:lnTo>
                  <a:lnTo>
                    <a:pt x="7359701" y="978217"/>
                  </a:lnTo>
                  <a:lnTo>
                    <a:pt x="7341829" y="1020478"/>
                  </a:lnTo>
                  <a:lnTo>
                    <a:pt x="7321114" y="1061148"/>
                  </a:lnTo>
                  <a:lnTo>
                    <a:pt x="7297680" y="1100101"/>
                  </a:lnTo>
                  <a:lnTo>
                    <a:pt x="7271654" y="1137214"/>
                  </a:lnTo>
                  <a:lnTo>
                    <a:pt x="7243160" y="1172359"/>
                  </a:lnTo>
                  <a:lnTo>
                    <a:pt x="7212324" y="1205412"/>
                  </a:lnTo>
                  <a:lnTo>
                    <a:pt x="7179270" y="1236249"/>
                  </a:lnTo>
                  <a:lnTo>
                    <a:pt x="7144125" y="1264743"/>
                  </a:lnTo>
                  <a:lnTo>
                    <a:pt x="7107013" y="1290769"/>
                  </a:lnTo>
                  <a:lnTo>
                    <a:pt x="7068059" y="1314202"/>
                  </a:lnTo>
                  <a:lnTo>
                    <a:pt x="7027389" y="1334917"/>
                  </a:lnTo>
                  <a:lnTo>
                    <a:pt x="6985128" y="1352789"/>
                  </a:lnTo>
                  <a:lnTo>
                    <a:pt x="6941402" y="1367692"/>
                  </a:lnTo>
                  <a:lnTo>
                    <a:pt x="6896335" y="1379502"/>
                  </a:lnTo>
                  <a:lnTo>
                    <a:pt x="6850052" y="1388092"/>
                  </a:lnTo>
                  <a:lnTo>
                    <a:pt x="6826956" y="1390649"/>
                  </a:lnTo>
                </a:path>
                <a:path w="7400925" h="1390650">
                  <a:moveTo>
                    <a:pt x="575159" y="1390650"/>
                  </a:moveTo>
                  <a:lnTo>
                    <a:pt x="505780" y="1379501"/>
                  </a:lnTo>
                  <a:lnTo>
                    <a:pt x="460713" y="1367692"/>
                  </a:lnTo>
                  <a:lnTo>
                    <a:pt x="416986" y="1352789"/>
                  </a:lnTo>
                  <a:lnTo>
                    <a:pt x="374726" y="1334917"/>
                  </a:lnTo>
                  <a:lnTo>
                    <a:pt x="334056" y="1314202"/>
                  </a:lnTo>
                  <a:lnTo>
                    <a:pt x="295102" y="1290769"/>
                  </a:lnTo>
                  <a:lnTo>
                    <a:pt x="257990" y="1264742"/>
                  </a:lnTo>
                  <a:lnTo>
                    <a:pt x="222845" y="1236248"/>
                  </a:lnTo>
                  <a:lnTo>
                    <a:pt x="189791" y="1205412"/>
                  </a:lnTo>
                  <a:lnTo>
                    <a:pt x="158955" y="1172359"/>
                  </a:lnTo>
                  <a:lnTo>
                    <a:pt x="130461" y="1137213"/>
                  </a:lnTo>
                  <a:lnTo>
                    <a:pt x="104435" y="1100101"/>
                  </a:lnTo>
                  <a:lnTo>
                    <a:pt x="81001" y="1061148"/>
                  </a:lnTo>
                  <a:lnTo>
                    <a:pt x="60286" y="1020478"/>
                  </a:lnTo>
                  <a:lnTo>
                    <a:pt x="42414" y="978217"/>
                  </a:lnTo>
                  <a:lnTo>
                    <a:pt x="27511" y="934490"/>
                  </a:lnTo>
                  <a:lnTo>
                    <a:pt x="15702" y="889423"/>
                  </a:lnTo>
                  <a:lnTo>
                    <a:pt x="7112" y="843141"/>
                  </a:lnTo>
                  <a:lnTo>
                    <a:pt x="1865" y="795768"/>
                  </a:lnTo>
                  <a:lnTo>
                    <a:pt x="0" y="747431"/>
                  </a:lnTo>
                  <a:lnTo>
                    <a:pt x="0" y="647680"/>
                  </a:lnTo>
                  <a:lnTo>
                    <a:pt x="1865" y="599346"/>
                  </a:lnTo>
                  <a:lnTo>
                    <a:pt x="7112" y="551973"/>
                  </a:lnTo>
                  <a:lnTo>
                    <a:pt x="15702" y="505691"/>
                  </a:lnTo>
                  <a:lnTo>
                    <a:pt x="27511" y="460624"/>
                  </a:lnTo>
                  <a:lnTo>
                    <a:pt x="42414" y="416897"/>
                  </a:lnTo>
                  <a:lnTo>
                    <a:pt x="60286" y="374636"/>
                  </a:lnTo>
                  <a:lnTo>
                    <a:pt x="81001" y="333966"/>
                  </a:lnTo>
                  <a:lnTo>
                    <a:pt x="104435" y="295013"/>
                  </a:lnTo>
                  <a:lnTo>
                    <a:pt x="130461" y="257901"/>
                  </a:lnTo>
                  <a:lnTo>
                    <a:pt x="158955" y="222755"/>
                  </a:lnTo>
                  <a:lnTo>
                    <a:pt x="189791" y="189702"/>
                  </a:lnTo>
                  <a:lnTo>
                    <a:pt x="222845" y="158865"/>
                  </a:lnTo>
                  <a:lnTo>
                    <a:pt x="257990" y="130372"/>
                  </a:lnTo>
                  <a:lnTo>
                    <a:pt x="295102" y="104345"/>
                  </a:lnTo>
                  <a:lnTo>
                    <a:pt x="334056" y="80912"/>
                  </a:lnTo>
                  <a:lnTo>
                    <a:pt x="374726" y="60197"/>
                  </a:lnTo>
                  <a:lnTo>
                    <a:pt x="416986" y="42325"/>
                  </a:lnTo>
                  <a:lnTo>
                    <a:pt x="460713" y="27422"/>
                  </a:lnTo>
                  <a:lnTo>
                    <a:pt x="505780" y="15612"/>
                  </a:lnTo>
                  <a:lnTo>
                    <a:pt x="552063" y="7022"/>
                  </a:lnTo>
                  <a:lnTo>
                    <a:pt x="599435" y="1776"/>
                  </a:lnTo>
                  <a:lnTo>
                    <a:pt x="647773" y="0"/>
                  </a:lnTo>
                  <a:lnTo>
                    <a:pt x="6754342" y="0"/>
                  </a:lnTo>
                  <a:lnTo>
                    <a:pt x="6802679" y="1776"/>
                  </a:lnTo>
                  <a:lnTo>
                    <a:pt x="6850052" y="7022"/>
                  </a:lnTo>
                  <a:lnTo>
                    <a:pt x="6896335" y="15612"/>
                  </a:lnTo>
                  <a:lnTo>
                    <a:pt x="6941402" y="27422"/>
                  </a:lnTo>
                  <a:lnTo>
                    <a:pt x="6985128" y="42325"/>
                  </a:lnTo>
                  <a:lnTo>
                    <a:pt x="7027389" y="60197"/>
                  </a:lnTo>
                  <a:lnTo>
                    <a:pt x="7068059" y="80912"/>
                  </a:lnTo>
                  <a:lnTo>
                    <a:pt x="7107013" y="104345"/>
                  </a:lnTo>
                  <a:lnTo>
                    <a:pt x="7144125" y="130371"/>
                  </a:lnTo>
                  <a:lnTo>
                    <a:pt x="7179270" y="158865"/>
                  </a:lnTo>
                  <a:lnTo>
                    <a:pt x="7212324" y="189701"/>
                  </a:lnTo>
                  <a:lnTo>
                    <a:pt x="7243160" y="222755"/>
                  </a:lnTo>
                  <a:lnTo>
                    <a:pt x="7271654" y="257900"/>
                  </a:lnTo>
                  <a:lnTo>
                    <a:pt x="7297680" y="295012"/>
                  </a:lnTo>
                  <a:lnTo>
                    <a:pt x="7321114" y="333966"/>
                  </a:lnTo>
                  <a:lnTo>
                    <a:pt x="7341829" y="374636"/>
                  </a:lnTo>
                  <a:lnTo>
                    <a:pt x="7359701" y="416897"/>
                  </a:lnTo>
                  <a:lnTo>
                    <a:pt x="7374604" y="460624"/>
                  </a:lnTo>
                  <a:lnTo>
                    <a:pt x="7386413" y="505691"/>
                  </a:lnTo>
                  <a:lnTo>
                    <a:pt x="7395003" y="551973"/>
                  </a:lnTo>
                  <a:lnTo>
                    <a:pt x="7400250" y="599346"/>
                  </a:lnTo>
                  <a:lnTo>
                    <a:pt x="7400924" y="617713"/>
                  </a:lnTo>
                </a:path>
              </a:pathLst>
            </a:custGeom>
            <a:ln w="38100">
              <a:solidFill>
                <a:srgbClr val="85AAD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263888" y="6122428"/>
              <a:ext cx="7400925" cy="1390650"/>
            </a:xfrm>
            <a:custGeom>
              <a:avLst/>
              <a:gdLst/>
              <a:ahLst/>
              <a:cxnLst/>
              <a:rect l="l" t="t" r="r" b="b"/>
              <a:pathLst>
                <a:path w="7400925" h="1390650">
                  <a:moveTo>
                    <a:pt x="7400925" y="777394"/>
                  </a:moveTo>
                  <a:lnTo>
                    <a:pt x="7395003" y="843141"/>
                  </a:lnTo>
                  <a:lnTo>
                    <a:pt x="7386413" y="889423"/>
                  </a:lnTo>
                  <a:lnTo>
                    <a:pt x="7374604" y="934490"/>
                  </a:lnTo>
                  <a:lnTo>
                    <a:pt x="7359700" y="978217"/>
                  </a:lnTo>
                  <a:lnTo>
                    <a:pt x="7341829" y="1020478"/>
                  </a:lnTo>
                  <a:lnTo>
                    <a:pt x="7321113" y="1061148"/>
                  </a:lnTo>
                  <a:lnTo>
                    <a:pt x="7297680" y="1100101"/>
                  </a:lnTo>
                  <a:lnTo>
                    <a:pt x="7271654" y="1137213"/>
                  </a:lnTo>
                  <a:lnTo>
                    <a:pt x="7243160" y="1172359"/>
                  </a:lnTo>
                  <a:lnTo>
                    <a:pt x="7212324" y="1205412"/>
                  </a:lnTo>
                  <a:lnTo>
                    <a:pt x="7179270" y="1236249"/>
                  </a:lnTo>
                  <a:lnTo>
                    <a:pt x="7144125" y="1264742"/>
                  </a:lnTo>
                  <a:lnTo>
                    <a:pt x="7107013" y="1290769"/>
                  </a:lnTo>
                  <a:lnTo>
                    <a:pt x="7068059" y="1314202"/>
                  </a:lnTo>
                  <a:lnTo>
                    <a:pt x="7027389" y="1334917"/>
                  </a:lnTo>
                  <a:lnTo>
                    <a:pt x="6985128" y="1352789"/>
                  </a:lnTo>
                  <a:lnTo>
                    <a:pt x="6941402" y="1367692"/>
                  </a:lnTo>
                  <a:lnTo>
                    <a:pt x="6896335" y="1379502"/>
                  </a:lnTo>
                  <a:lnTo>
                    <a:pt x="6850052" y="1388092"/>
                  </a:lnTo>
                  <a:lnTo>
                    <a:pt x="6826954" y="1390650"/>
                  </a:lnTo>
                </a:path>
                <a:path w="7400925" h="1390650">
                  <a:moveTo>
                    <a:pt x="575161" y="1390650"/>
                  </a:moveTo>
                  <a:lnTo>
                    <a:pt x="505780" y="1379502"/>
                  </a:lnTo>
                  <a:lnTo>
                    <a:pt x="460713" y="1367692"/>
                  </a:lnTo>
                  <a:lnTo>
                    <a:pt x="416986" y="1352789"/>
                  </a:lnTo>
                  <a:lnTo>
                    <a:pt x="374725" y="1334917"/>
                  </a:lnTo>
                  <a:lnTo>
                    <a:pt x="334056" y="1314202"/>
                  </a:lnTo>
                  <a:lnTo>
                    <a:pt x="295102" y="1290769"/>
                  </a:lnTo>
                  <a:lnTo>
                    <a:pt x="257990" y="1264742"/>
                  </a:lnTo>
                  <a:lnTo>
                    <a:pt x="222845" y="1236248"/>
                  </a:lnTo>
                  <a:lnTo>
                    <a:pt x="189791" y="1205412"/>
                  </a:lnTo>
                  <a:lnTo>
                    <a:pt x="158955" y="1172359"/>
                  </a:lnTo>
                  <a:lnTo>
                    <a:pt x="130461" y="1137213"/>
                  </a:lnTo>
                  <a:lnTo>
                    <a:pt x="104435" y="1100101"/>
                  </a:lnTo>
                  <a:lnTo>
                    <a:pt x="81001" y="1061148"/>
                  </a:lnTo>
                  <a:lnTo>
                    <a:pt x="60286" y="1020478"/>
                  </a:lnTo>
                  <a:lnTo>
                    <a:pt x="42414" y="978217"/>
                  </a:lnTo>
                  <a:lnTo>
                    <a:pt x="27511" y="934490"/>
                  </a:lnTo>
                  <a:lnTo>
                    <a:pt x="15702" y="889423"/>
                  </a:lnTo>
                  <a:lnTo>
                    <a:pt x="7111" y="843141"/>
                  </a:lnTo>
                  <a:lnTo>
                    <a:pt x="1865" y="795768"/>
                  </a:lnTo>
                  <a:lnTo>
                    <a:pt x="0" y="747431"/>
                  </a:lnTo>
                  <a:lnTo>
                    <a:pt x="0" y="647680"/>
                  </a:lnTo>
                  <a:lnTo>
                    <a:pt x="1865" y="599346"/>
                  </a:lnTo>
                  <a:lnTo>
                    <a:pt x="7112" y="551973"/>
                  </a:lnTo>
                  <a:lnTo>
                    <a:pt x="15702" y="505691"/>
                  </a:lnTo>
                  <a:lnTo>
                    <a:pt x="27511" y="460624"/>
                  </a:lnTo>
                  <a:lnTo>
                    <a:pt x="42415" y="416897"/>
                  </a:lnTo>
                  <a:lnTo>
                    <a:pt x="60286" y="374636"/>
                  </a:lnTo>
                  <a:lnTo>
                    <a:pt x="81002" y="333966"/>
                  </a:lnTo>
                  <a:lnTo>
                    <a:pt x="104435" y="295013"/>
                  </a:lnTo>
                  <a:lnTo>
                    <a:pt x="130461" y="257900"/>
                  </a:lnTo>
                  <a:lnTo>
                    <a:pt x="158955" y="222755"/>
                  </a:lnTo>
                  <a:lnTo>
                    <a:pt x="189791" y="189702"/>
                  </a:lnTo>
                  <a:lnTo>
                    <a:pt x="222845" y="158865"/>
                  </a:lnTo>
                  <a:lnTo>
                    <a:pt x="257990" y="130372"/>
                  </a:lnTo>
                  <a:lnTo>
                    <a:pt x="295102" y="104345"/>
                  </a:lnTo>
                  <a:lnTo>
                    <a:pt x="334056" y="80912"/>
                  </a:lnTo>
                  <a:lnTo>
                    <a:pt x="374726" y="60197"/>
                  </a:lnTo>
                  <a:lnTo>
                    <a:pt x="416986" y="42325"/>
                  </a:lnTo>
                  <a:lnTo>
                    <a:pt x="460713" y="27422"/>
                  </a:lnTo>
                  <a:lnTo>
                    <a:pt x="505780" y="15612"/>
                  </a:lnTo>
                  <a:lnTo>
                    <a:pt x="552063" y="7022"/>
                  </a:lnTo>
                  <a:lnTo>
                    <a:pt x="599435" y="1776"/>
                  </a:lnTo>
                  <a:lnTo>
                    <a:pt x="647773" y="0"/>
                  </a:lnTo>
                  <a:lnTo>
                    <a:pt x="6754342" y="0"/>
                  </a:lnTo>
                  <a:lnTo>
                    <a:pt x="6802679" y="1776"/>
                  </a:lnTo>
                  <a:lnTo>
                    <a:pt x="6850052" y="7022"/>
                  </a:lnTo>
                  <a:lnTo>
                    <a:pt x="6896335" y="15612"/>
                  </a:lnTo>
                  <a:lnTo>
                    <a:pt x="6941402" y="27422"/>
                  </a:lnTo>
                  <a:lnTo>
                    <a:pt x="6985128" y="42325"/>
                  </a:lnTo>
                  <a:lnTo>
                    <a:pt x="7027389" y="60197"/>
                  </a:lnTo>
                  <a:lnTo>
                    <a:pt x="7068059" y="80912"/>
                  </a:lnTo>
                  <a:lnTo>
                    <a:pt x="7107013" y="104345"/>
                  </a:lnTo>
                  <a:lnTo>
                    <a:pt x="7144125" y="130371"/>
                  </a:lnTo>
                  <a:lnTo>
                    <a:pt x="7179270" y="158865"/>
                  </a:lnTo>
                  <a:lnTo>
                    <a:pt x="7212324" y="189702"/>
                  </a:lnTo>
                  <a:lnTo>
                    <a:pt x="7243160" y="222755"/>
                  </a:lnTo>
                  <a:lnTo>
                    <a:pt x="7271654" y="257900"/>
                  </a:lnTo>
                  <a:lnTo>
                    <a:pt x="7297680" y="295013"/>
                  </a:lnTo>
                  <a:lnTo>
                    <a:pt x="7321113" y="333966"/>
                  </a:lnTo>
                  <a:lnTo>
                    <a:pt x="7341828" y="374636"/>
                  </a:lnTo>
                  <a:lnTo>
                    <a:pt x="7359700" y="416897"/>
                  </a:lnTo>
                  <a:lnTo>
                    <a:pt x="7374603" y="460624"/>
                  </a:lnTo>
                  <a:lnTo>
                    <a:pt x="7386413" y="505691"/>
                  </a:lnTo>
                  <a:lnTo>
                    <a:pt x="7395003" y="551973"/>
                  </a:lnTo>
                  <a:lnTo>
                    <a:pt x="7400249" y="599346"/>
                  </a:lnTo>
                  <a:lnTo>
                    <a:pt x="7400925" y="617720"/>
                  </a:lnTo>
                </a:path>
              </a:pathLst>
            </a:custGeom>
            <a:ln w="38100">
              <a:solidFill>
                <a:srgbClr val="85AAD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11538" y="6617728"/>
              <a:ext cx="76200" cy="76199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2719699" y="6434206"/>
            <a:ext cx="5967095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dirty="0" sz="1900" spc="65" b="1">
                <a:solidFill>
                  <a:srgbClr val="033358"/>
                </a:solidFill>
                <a:latin typeface="Trebuchet MS"/>
                <a:cs typeface="Trebuchet MS"/>
              </a:rPr>
              <a:t>Existing</a:t>
            </a:r>
            <a:r>
              <a:rPr dirty="0" sz="1900" spc="2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65" b="1">
                <a:solidFill>
                  <a:srgbClr val="033358"/>
                </a:solidFill>
                <a:latin typeface="Trebuchet MS"/>
                <a:cs typeface="Trebuchet MS"/>
              </a:rPr>
              <a:t>tools</a:t>
            </a:r>
            <a:r>
              <a:rPr dirty="0" sz="1900" spc="2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10" b="1">
                <a:solidFill>
                  <a:srgbClr val="033358"/>
                </a:solidFill>
                <a:latin typeface="Trebuchet MS"/>
                <a:cs typeface="Trebuchet MS"/>
              </a:rPr>
              <a:t>often</a:t>
            </a:r>
            <a:r>
              <a:rPr dirty="0" sz="1900" spc="2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50" b="1">
                <a:solidFill>
                  <a:srgbClr val="033358"/>
                </a:solidFill>
                <a:latin typeface="Trebuchet MS"/>
                <a:cs typeface="Trebuchet MS"/>
              </a:rPr>
              <a:t>lack</a:t>
            </a:r>
            <a:r>
              <a:rPr dirty="0" sz="1900" spc="2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10" b="1">
                <a:solidFill>
                  <a:srgbClr val="033358"/>
                </a:solidFill>
                <a:latin typeface="Trebuchet MS"/>
                <a:cs typeface="Trebuchet MS"/>
              </a:rPr>
              <a:t>personalization,</a:t>
            </a:r>
            <a:r>
              <a:rPr dirty="0" sz="1900" spc="2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10" b="1">
                <a:solidFill>
                  <a:srgbClr val="033358"/>
                </a:solidFill>
                <a:latin typeface="Trebuchet MS"/>
                <a:cs typeface="Trebuchet MS"/>
              </a:rPr>
              <a:t>real-</a:t>
            </a:r>
            <a:r>
              <a:rPr dirty="0" sz="1900" spc="-20" b="1">
                <a:solidFill>
                  <a:srgbClr val="033358"/>
                </a:solidFill>
                <a:latin typeface="Trebuchet MS"/>
                <a:cs typeface="Trebuchet MS"/>
              </a:rPr>
              <a:t>time </a:t>
            </a:r>
            <a:r>
              <a:rPr dirty="0" sz="1900" spc="45" b="1">
                <a:solidFill>
                  <a:srgbClr val="033358"/>
                </a:solidFill>
                <a:latin typeface="Trebuchet MS"/>
                <a:cs typeface="Trebuchet MS"/>
              </a:rPr>
              <a:t>feedback,</a:t>
            </a:r>
            <a:r>
              <a:rPr dirty="0" sz="1900" spc="-114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75" b="1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1900" spc="-114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65" b="1">
                <a:solidFill>
                  <a:srgbClr val="033358"/>
                </a:solidFill>
                <a:latin typeface="Trebuchet MS"/>
                <a:cs typeface="Trebuchet MS"/>
              </a:rPr>
              <a:t>continuous</a:t>
            </a:r>
            <a:r>
              <a:rPr dirty="0" sz="1900" spc="-114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114" b="1">
                <a:solidFill>
                  <a:srgbClr val="033358"/>
                </a:solidFill>
                <a:latin typeface="Trebuchet MS"/>
                <a:cs typeface="Trebuchet MS"/>
              </a:rPr>
              <a:t>progress</a:t>
            </a:r>
            <a:r>
              <a:rPr dirty="0" sz="1900" spc="-114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033358"/>
                </a:solidFill>
                <a:latin typeface="Trebuchet MS"/>
                <a:cs typeface="Trebuchet MS"/>
              </a:rPr>
              <a:t>tracking.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683753" y="4208932"/>
            <a:ext cx="7721600" cy="1532890"/>
            <a:chOff x="2683753" y="4208932"/>
            <a:chExt cx="7721600" cy="1532890"/>
          </a:xfrm>
        </p:grpSpPr>
        <p:sp>
          <p:nvSpPr>
            <p:cNvPr id="66" name="object 66"/>
            <p:cNvSpPr/>
            <p:nvPr/>
          </p:nvSpPr>
          <p:spPr>
            <a:xfrm>
              <a:off x="2702803" y="4227982"/>
              <a:ext cx="7683500" cy="1494790"/>
            </a:xfrm>
            <a:custGeom>
              <a:avLst/>
              <a:gdLst/>
              <a:ahLst/>
              <a:cxnLst/>
              <a:rect l="l" t="t" r="r" b="b"/>
              <a:pathLst>
                <a:path w="7683500" h="1494789">
                  <a:moveTo>
                    <a:pt x="647641" y="0"/>
                  </a:moveTo>
                  <a:lnTo>
                    <a:pt x="7035620" y="0"/>
                  </a:lnTo>
                  <a:lnTo>
                    <a:pt x="7083954" y="1776"/>
                  </a:lnTo>
                  <a:lnTo>
                    <a:pt x="7131324" y="7021"/>
                  </a:lnTo>
                  <a:lnTo>
                    <a:pt x="7177603" y="15611"/>
                  </a:lnTo>
                  <a:lnTo>
                    <a:pt x="7222668" y="27420"/>
                  </a:lnTo>
                  <a:lnTo>
                    <a:pt x="7266391" y="42322"/>
                  </a:lnTo>
                  <a:lnTo>
                    <a:pt x="7308649" y="60193"/>
                  </a:lnTo>
                  <a:lnTo>
                    <a:pt x="7349317" y="80906"/>
                  </a:lnTo>
                  <a:lnTo>
                    <a:pt x="7388268" y="104338"/>
                  </a:lnTo>
                  <a:lnTo>
                    <a:pt x="7425377" y="130363"/>
                  </a:lnTo>
                  <a:lnTo>
                    <a:pt x="7460521" y="158855"/>
                  </a:lnTo>
                  <a:lnTo>
                    <a:pt x="7493572" y="189689"/>
                  </a:lnTo>
                  <a:lnTo>
                    <a:pt x="7524406" y="222740"/>
                  </a:lnTo>
                  <a:lnTo>
                    <a:pt x="7552898" y="257883"/>
                  </a:lnTo>
                  <a:lnTo>
                    <a:pt x="7578923" y="294993"/>
                  </a:lnTo>
                  <a:lnTo>
                    <a:pt x="7602355" y="333944"/>
                  </a:lnTo>
                  <a:lnTo>
                    <a:pt x="7623068" y="374611"/>
                  </a:lnTo>
                  <a:lnTo>
                    <a:pt x="7640939" y="416869"/>
                  </a:lnTo>
                  <a:lnTo>
                    <a:pt x="7655841" y="460593"/>
                  </a:lnTo>
                  <a:lnTo>
                    <a:pt x="7667650" y="505657"/>
                  </a:lnTo>
                  <a:lnTo>
                    <a:pt x="7676240" y="551937"/>
                  </a:lnTo>
                  <a:lnTo>
                    <a:pt x="7681485" y="599306"/>
                  </a:lnTo>
                  <a:lnTo>
                    <a:pt x="7683262" y="647641"/>
                  </a:lnTo>
                  <a:lnTo>
                    <a:pt x="7683262" y="846890"/>
                  </a:lnTo>
                  <a:lnTo>
                    <a:pt x="7681486" y="895224"/>
                  </a:lnTo>
                  <a:lnTo>
                    <a:pt x="7676240" y="942594"/>
                  </a:lnTo>
                  <a:lnTo>
                    <a:pt x="7667650" y="988873"/>
                  </a:lnTo>
                  <a:lnTo>
                    <a:pt x="7655841" y="1033938"/>
                  </a:lnTo>
                  <a:lnTo>
                    <a:pt x="7640939" y="1077661"/>
                  </a:lnTo>
                  <a:lnTo>
                    <a:pt x="7623068" y="1119920"/>
                  </a:lnTo>
                  <a:lnTo>
                    <a:pt x="7602355" y="1160587"/>
                  </a:lnTo>
                  <a:lnTo>
                    <a:pt x="7578923" y="1199538"/>
                  </a:lnTo>
                  <a:lnTo>
                    <a:pt x="7552898" y="1236647"/>
                  </a:lnTo>
                  <a:lnTo>
                    <a:pt x="7524406" y="1271791"/>
                  </a:lnTo>
                  <a:lnTo>
                    <a:pt x="7493572" y="1304842"/>
                  </a:lnTo>
                  <a:lnTo>
                    <a:pt x="7460521" y="1335676"/>
                  </a:lnTo>
                  <a:lnTo>
                    <a:pt x="7425377" y="1364168"/>
                  </a:lnTo>
                  <a:lnTo>
                    <a:pt x="7388268" y="1390193"/>
                  </a:lnTo>
                  <a:lnTo>
                    <a:pt x="7349317" y="1413624"/>
                  </a:lnTo>
                  <a:lnTo>
                    <a:pt x="7308649" y="1434338"/>
                  </a:lnTo>
                  <a:lnTo>
                    <a:pt x="7266391" y="1452209"/>
                  </a:lnTo>
                  <a:lnTo>
                    <a:pt x="7222668" y="1467111"/>
                  </a:lnTo>
                  <a:lnTo>
                    <a:pt x="7177603" y="1478920"/>
                  </a:lnTo>
                  <a:lnTo>
                    <a:pt x="7131324" y="1487509"/>
                  </a:lnTo>
                  <a:lnTo>
                    <a:pt x="7083954" y="1492755"/>
                  </a:lnTo>
                  <a:lnTo>
                    <a:pt x="7035620" y="1494531"/>
                  </a:lnTo>
                  <a:lnTo>
                    <a:pt x="647641" y="1494531"/>
                  </a:lnTo>
                  <a:lnTo>
                    <a:pt x="599306" y="1492755"/>
                  </a:lnTo>
                  <a:lnTo>
                    <a:pt x="551937" y="1487509"/>
                  </a:lnTo>
                  <a:lnTo>
                    <a:pt x="505658" y="1478919"/>
                  </a:lnTo>
                  <a:lnTo>
                    <a:pt x="460593" y="1467111"/>
                  </a:lnTo>
                  <a:lnTo>
                    <a:pt x="416870" y="1452209"/>
                  </a:lnTo>
                  <a:lnTo>
                    <a:pt x="374611" y="1434338"/>
                  </a:lnTo>
                  <a:lnTo>
                    <a:pt x="333944" y="1413624"/>
                  </a:lnTo>
                  <a:lnTo>
                    <a:pt x="294993" y="1390192"/>
                  </a:lnTo>
                  <a:lnTo>
                    <a:pt x="257884" y="1364168"/>
                  </a:lnTo>
                  <a:lnTo>
                    <a:pt x="222740" y="1335676"/>
                  </a:lnTo>
                  <a:lnTo>
                    <a:pt x="189689" y="1304842"/>
                  </a:lnTo>
                  <a:lnTo>
                    <a:pt x="158855" y="1271790"/>
                  </a:lnTo>
                  <a:lnTo>
                    <a:pt x="130363" y="1236647"/>
                  </a:lnTo>
                  <a:lnTo>
                    <a:pt x="104338" y="1199538"/>
                  </a:lnTo>
                  <a:lnTo>
                    <a:pt x="80907" y="1160586"/>
                  </a:lnTo>
                  <a:lnTo>
                    <a:pt x="60193" y="1119919"/>
                  </a:lnTo>
                  <a:lnTo>
                    <a:pt x="42322" y="1077661"/>
                  </a:lnTo>
                  <a:lnTo>
                    <a:pt x="27420" y="1033937"/>
                  </a:lnTo>
                  <a:lnTo>
                    <a:pt x="15611" y="988873"/>
                  </a:lnTo>
                  <a:lnTo>
                    <a:pt x="7022" y="942594"/>
                  </a:lnTo>
                  <a:lnTo>
                    <a:pt x="1776" y="895224"/>
                  </a:lnTo>
                  <a:lnTo>
                    <a:pt x="0" y="846890"/>
                  </a:lnTo>
                  <a:lnTo>
                    <a:pt x="0" y="647641"/>
                  </a:lnTo>
                  <a:lnTo>
                    <a:pt x="1776" y="599306"/>
                  </a:lnTo>
                  <a:lnTo>
                    <a:pt x="7022" y="551937"/>
                  </a:lnTo>
                  <a:lnTo>
                    <a:pt x="15611" y="505658"/>
                  </a:lnTo>
                  <a:lnTo>
                    <a:pt x="27420" y="460593"/>
                  </a:lnTo>
                  <a:lnTo>
                    <a:pt x="42322" y="416870"/>
                  </a:lnTo>
                  <a:lnTo>
                    <a:pt x="60193" y="374611"/>
                  </a:lnTo>
                  <a:lnTo>
                    <a:pt x="80907" y="333944"/>
                  </a:lnTo>
                  <a:lnTo>
                    <a:pt x="104339" y="294993"/>
                  </a:lnTo>
                  <a:lnTo>
                    <a:pt x="130363" y="257884"/>
                  </a:lnTo>
                  <a:lnTo>
                    <a:pt x="158855" y="222740"/>
                  </a:lnTo>
                  <a:lnTo>
                    <a:pt x="189689" y="189689"/>
                  </a:lnTo>
                  <a:lnTo>
                    <a:pt x="222741" y="158855"/>
                  </a:lnTo>
                  <a:lnTo>
                    <a:pt x="257884" y="130363"/>
                  </a:lnTo>
                  <a:lnTo>
                    <a:pt x="294993" y="104339"/>
                  </a:lnTo>
                  <a:lnTo>
                    <a:pt x="333944" y="80907"/>
                  </a:lnTo>
                  <a:lnTo>
                    <a:pt x="374612" y="60193"/>
                  </a:lnTo>
                  <a:lnTo>
                    <a:pt x="416870" y="42322"/>
                  </a:lnTo>
                  <a:lnTo>
                    <a:pt x="460593" y="27420"/>
                  </a:lnTo>
                  <a:lnTo>
                    <a:pt x="505658" y="15611"/>
                  </a:lnTo>
                  <a:lnTo>
                    <a:pt x="551937" y="7022"/>
                  </a:lnTo>
                  <a:lnTo>
                    <a:pt x="599306" y="1776"/>
                  </a:lnTo>
                  <a:lnTo>
                    <a:pt x="647641" y="0"/>
                  </a:lnTo>
                </a:path>
              </a:pathLst>
            </a:custGeom>
            <a:ln w="38099">
              <a:solidFill>
                <a:srgbClr val="85AAD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950161" y="4770906"/>
              <a:ext cx="76200" cy="76199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3158322" y="4587385"/>
            <a:ext cx="7182484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dirty="0" sz="1900" spc="160" b="1">
                <a:solidFill>
                  <a:srgbClr val="033358"/>
                </a:solidFill>
                <a:latin typeface="Trebuchet MS"/>
                <a:cs typeface="Trebuchet MS"/>
              </a:rPr>
              <a:t>Most</a:t>
            </a:r>
            <a:r>
              <a:rPr dirty="0" sz="1900" spc="2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130" b="1">
                <a:solidFill>
                  <a:srgbClr val="033358"/>
                </a:solidFill>
                <a:latin typeface="Trebuchet MS"/>
                <a:cs typeface="Trebuchet MS"/>
              </a:rPr>
              <a:t>systems</a:t>
            </a:r>
            <a:r>
              <a:rPr dirty="0" sz="1900" spc="2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are</a:t>
            </a:r>
            <a:r>
              <a:rPr dirty="0" sz="1900" spc="2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manual,</a:t>
            </a:r>
            <a:r>
              <a:rPr dirty="0" sz="1900" spc="2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90" b="1">
                <a:solidFill>
                  <a:srgbClr val="033358"/>
                </a:solidFill>
                <a:latin typeface="Trebuchet MS"/>
                <a:cs typeface="Trebuchet MS"/>
              </a:rPr>
              <a:t>English-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only,</a:t>
            </a:r>
            <a:r>
              <a:rPr dirty="0" sz="1900" spc="2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1900" spc="2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require</a:t>
            </a:r>
            <a:r>
              <a:rPr dirty="0" sz="1900" spc="2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50" b="1">
                <a:solidFill>
                  <a:srgbClr val="033358"/>
                </a:solidFill>
                <a:latin typeface="Trebuchet MS"/>
                <a:cs typeface="Trebuchet MS"/>
              </a:rPr>
              <a:t>cameras, </a:t>
            </a:r>
            <a:r>
              <a:rPr dirty="0" sz="1900" spc="75" b="1">
                <a:solidFill>
                  <a:srgbClr val="033358"/>
                </a:solidFill>
                <a:latin typeface="Trebuchet MS"/>
                <a:cs typeface="Trebuchet MS"/>
              </a:rPr>
              <a:t>making</a:t>
            </a:r>
            <a:r>
              <a:rPr dirty="0" sz="19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them</a:t>
            </a:r>
            <a:r>
              <a:rPr dirty="0" sz="19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120" b="1">
                <a:solidFill>
                  <a:srgbClr val="033358"/>
                </a:solidFill>
                <a:latin typeface="Trebuchet MS"/>
                <a:cs typeface="Trebuchet MS"/>
              </a:rPr>
              <a:t>less</a:t>
            </a:r>
            <a:r>
              <a:rPr dirty="0" sz="19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90" b="1">
                <a:solidFill>
                  <a:srgbClr val="033358"/>
                </a:solidFill>
                <a:latin typeface="Trebuchet MS"/>
                <a:cs typeface="Trebuchet MS"/>
              </a:rPr>
              <a:t>accessible</a:t>
            </a:r>
            <a:r>
              <a:rPr dirty="0" sz="19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75" b="1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1900" spc="-7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difficult</a:t>
            </a:r>
            <a:r>
              <a:rPr dirty="0" sz="19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for</a:t>
            </a:r>
            <a:r>
              <a:rPr dirty="0" sz="19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60" b="1">
                <a:solidFill>
                  <a:srgbClr val="033358"/>
                </a:solidFill>
                <a:latin typeface="Trebuchet MS"/>
                <a:cs typeface="Trebuchet MS"/>
              </a:rPr>
              <a:t>home</a:t>
            </a:r>
            <a:r>
              <a:rPr dirty="0" sz="19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033358"/>
                </a:solidFill>
                <a:latin typeface="Trebuchet MS"/>
                <a:cs typeface="Trebuchet MS"/>
              </a:rPr>
              <a:t>use.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986487" y="8031928"/>
            <a:ext cx="7439025" cy="1428750"/>
            <a:chOff x="1986487" y="8031928"/>
            <a:chExt cx="7439025" cy="1428750"/>
          </a:xfrm>
        </p:grpSpPr>
        <p:sp>
          <p:nvSpPr>
            <p:cNvPr id="70" name="object 70"/>
            <p:cNvSpPr/>
            <p:nvPr/>
          </p:nvSpPr>
          <p:spPr>
            <a:xfrm>
              <a:off x="2005537" y="8050978"/>
              <a:ext cx="7400925" cy="1390650"/>
            </a:xfrm>
            <a:custGeom>
              <a:avLst/>
              <a:gdLst/>
              <a:ahLst/>
              <a:cxnLst/>
              <a:rect l="l" t="t" r="r" b="b"/>
              <a:pathLst>
                <a:path w="7400925" h="1390650">
                  <a:moveTo>
                    <a:pt x="7400925" y="777398"/>
                  </a:moveTo>
                  <a:lnTo>
                    <a:pt x="7395003" y="843141"/>
                  </a:lnTo>
                  <a:lnTo>
                    <a:pt x="7386413" y="889423"/>
                  </a:lnTo>
                  <a:lnTo>
                    <a:pt x="7374604" y="934490"/>
                  </a:lnTo>
                  <a:lnTo>
                    <a:pt x="7359701" y="978217"/>
                  </a:lnTo>
                  <a:lnTo>
                    <a:pt x="7341829" y="1020478"/>
                  </a:lnTo>
                  <a:lnTo>
                    <a:pt x="7321114" y="1061148"/>
                  </a:lnTo>
                  <a:lnTo>
                    <a:pt x="7297680" y="1100101"/>
                  </a:lnTo>
                  <a:lnTo>
                    <a:pt x="7271654" y="1137213"/>
                  </a:lnTo>
                  <a:lnTo>
                    <a:pt x="7243160" y="1172359"/>
                  </a:lnTo>
                  <a:lnTo>
                    <a:pt x="7212324" y="1205412"/>
                  </a:lnTo>
                  <a:lnTo>
                    <a:pt x="7179270" y="1236249"/>
                  </a:lnTo>
                  <a:lnTo>
                    <a:pt x="7144125" y="1264743"/>
                  </a:lnTo>
                  <a:lnTo>
                    <a:pt x="7107013" y="1290769"/>
                  </a:lnTo>
                  <a:lnTo>
                    <a:pt x="7068059" y="1314202"/>
                  </a:lnTo>
                  <a:lnTo>
                    <a:pt x="7027389" y="1334917"/>
                  </a:lnTo>
                  <a:lnTo>
                    <a:pt x="6985129" y="1352789"/>
                  </a:lnTo>
                  <a:lnTo>
                    <a:pt x="6941402" y="1367692"/>
                  </a:lnTo>
                  <a:lnTo>
                    <a:pt x="6896335" y="1379502"/>
                  </a:lnTo>
                  <a:lnTo>
                    <a:pt x="6850052" y="1388092"/>
                  </a:lnTo>
                  <a:lnTo>
                    <a:pt x="6826957" y="1390649"/>
                  </a:lnTo>
                </a:path>
                <a:path w="7400925" h="1390650">
                  <a:moveTo>
                    <a:pt x="575158" y="1390649"/>
                  </a:moveTo>
                  <a:lnTo>
                    <a:pt x="505780" y="1379502"/>
                  </a:lnTo>
                  <a:lnTo>
                    <a:pt x="460713" y="1367692"/>
                  </a:lnTo>
                  <a:lnTo>
                    <a:pt x="416986" y="1352789"/>
                  </a:lnTo>
                  <a:lnTo>
                    <a:pt x="374725" y="1334917"/>
                  </a:lnTo>
                  <a:lnTo>
                    <a:pt x="334056" y="1314202"/>
                  </a:lnTo>
                  <a:lnTo>
                    <a:pt x="295102" y="1290769"/>
                  </a:lnTo>
                  <a:lnTo>
                    <a:pt x="257990" y="1264742"/>
                  </a:lnTo>
                  <a:lnTo>
                    <a:pt x="222844" y="1236249"/>
                  </a:lnTo>
                  <a:lnTo>
                    <a:pt x="189791" y="1205412"/>
                  </a:lnTo>
                  <a:lnTo>
                    <a:pt x="158955" y="1172359"/>
                  </a:lnTo>
                  <a:lnTo>
                    <a:pt x="130461" y="1137213"/>
                  </a:lnTo>
                  <a:lnTo>
                    <a:pt x="104435" y="1100101"/>
                  </a:lnTo>
                  <a:lnTo>
                    <a:pt x="81001" y="1061148"/>
                  </a:lnTo>
                  <a:lnTo>
                    <a:pt x="60286" y="1020478"/>
                  </a:lnTo>
                  <a:lnTo>
                    <a:pt x="42414" y="978217"/>
                  </a:lnTo>
                  <a:lnTo>
                    <a:pt x="27511" y="934490"/>
                  </a:lnTo>
                  <a:lnTo>
                    <a:pt x="15702" y="889423"/>
                  </a:lnTo>
                  <a:lnTo>
                    <a:pt x="7112" y="843141"/>
                  </a:lnTo>
                  <a:lnTo>
                    <a:pt x="1865" y="795768"/>
                  </a:lnTo>
                  <a:lnTo>
                    <a:pt x="0" y="747431"/>
                  </a:lnTo>
                  <a:lnTo>
                    <a:pt x="0" y="647680"/>
                  </a:lnTo>
                  <a:lnTo>
                    <a:pt x="1866" y="599346"/>
                  </a:lnTo>
                  <a:lnTo>
                    <a:pt x="7112" y="551973"/>
                  </a:lnTo>
                  <a:lnTo>
                    <a:pt x="15702" y="505691"/>
                  </a:lnTo>
                  <a:lnTo>
                    <a:pt x="27511" y="460623"/>
                  </a:lnTo>
                  <a:lnTo>
                    <a:pt x="42415" y="416897"/>
                  </a:lnTo>
                  <a:lnTo>
                    <a:pt x="60286" y="374636"/>
                  </a:lnTo>
                  <a:lnTo>
                    <a:pt x="81002" y="333966"/>
                  </a:lnTo>
                  <a:lnTo>
                    <a:pt x="104435" y="295013"/>
                  </a:lnTo>
                  <a:lnTo>
                    <a:pt x="130461" y="257901"/>
                  </a:lnTo>
                  <a:lnTo>
                    <a:pt x="158955" y="222755"/>
                  </a:lnTo>
                  <a:lnTo>
                    <a:pt x="189791" y="189702"/>
                  </a:lnTo>
                  <a:lnTo>
                    <a:pt x="222845" y="158865"/>
                  </a:lnTo>
                  <a:lnTo>
                    <a:pt x="257990" y="130372"/>
                  </a:lnTo>
                  <a:lnTo>
                    <a:pt x="295102" y="104345"/>
                  </a:lnTo>
                  <a:lnTo>
                    <a:pt x="334056" y="80912"/>
                  </a:lnTo>
                  <a:lnTo>
                    <a:pt x="374726" y="60197"/>
                  </a:lnTo>
                  <a:lnTo>
                    <a:pt x="416987" y="42325"/>
                  </a:lnTo>
                  <a:lnTo>
                    <a:pt x="460713" y="27422"/>
                  </a:lnTo>
                  <a:lnTo>
                    <a:pt x="505780" y="15612"/>
                  </a:lnTo>
                  <a:lnTo>
                    <a:pt x="552063" y="7022"/>
                  </a:lnTo>
                  <a:lnTo>
                    <a:pt x="599435" y="1776"/>
                  </a:lnTo>
                  <a:lnTo>
                    <a:pt x="647773" y="0"/>
                  </a:lnTo>
                  <a:lnTo>
                    <a:pt x="6754342" y="0"/>
                  </a:lnTo>
                  <a:lnTo>
                    <a:pt x="6802679" y="1776"/>
                  </a:lnTo>
                  <a:lnTo>
                    <a:pt x="6850052" y="7022"/>
                  </a:lnTo>
                  <a:lnTo>
                    <a:pt x="6896335" y="15612"/>
                  </a:lnTo>
                  <a:lnTo>
                    <a:pt x="6941402" y="27422"/>
                  </a:lnTo>
                  <a:lnTo>
                    <a:pt x="6985128" y="42325"/>
                  </a:lnTo>
                  <a:lnTo>
                    <a:pt x="7027389" y="60197"/>
                  </a:lnTo>
                  <a:lnTo>
                    <a:pt x="7068059" y="80912"/>
                  </a:lnTo>
                  <a:lnTo>
                    <a:pt x="7107013" y="104345"/>
                  </a:lnTo>
                  <a:lnTo>
                    <a:pt x="7144125" y="130371"/>
                  </a:lnTo>
                  <a:lnTo>
                    <a:pt x="7179270" y="158865"/>
                  </a:lnTo>
                  <a:lnTo>
                    <a:pt x="7212324" y="189702"/>
                  </a:lnTo>
                  <a:lnTo>
                    <a:pt x="7243160" y="222755"/>
                  </a:lnTo>
                  <a:lnTo>
                    <a:pt x="7271654" y="257900"/>
                  </a:lnTo>
                  <a:lnTo>
                    <a:pt x="7297680" y="295013"/>
                  </a:lnTo>
                  <a:lnTo>
                    <a:pt x="7321113" y="333966"/>
                  </a:lnTo>
                  <a:lnTo>
                    <a:pt x="7341829" y="374636"/>
                  </a:lnTo>
                  <a:lnTo>
                    <a:pt x="7359700" y="416897"/>
                  </a:lnTo>
                  <a:lnTo>
                    <a:pt x="7374604" y="460623"/>
                  </a:lnTo>
                  <a:lnTo>
                    <a:pt x="7386413" y="505691"/>
                  </a:lnTo>
                  <a:lnTo>
                    <a:pt x="7395003" y="551973"/>
                  </a:lnTo>
                  <a:lnTo>
                    <a:pt x="7400249" y="599346"/>
                  </a:lnTo>
                  <a:lnTo>
                    <a:pt x="7400924" y="617716"/>
                  </a:lnTo>
                </a:path>
              </a:pathLst>
            </a:custGeom>
            <a:ln w="38100">
              <a:solidFill>
                <a:srgbClr val="85AAD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253187" y="8546278"/>
              <a:ext cx="76200" cy="76199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2461348" y="8362756"/>
            <a:ext cx="6470015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dirty="0" sz="1900" spc="90" b="1">
                <a:solidFill>
                  <a:srgbClr val="033358"/>
                </a:solidFill>
                <a:latin typeface="Trebuchet MS"/>
                <a:cs typeface="Trebuchet MS"/>
              </a:rPr>
              <a:t>Vocal</a:t>
            </a:r>
            <a:r>
              <a:rPr dirty="0" sz="1900" spc="-1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50" b="1">
                <a:solidFill>
                  <a:srgbClr val="033358"/>
                </a:solidFill>
                <a:latin typeface="Trebuchet MS"/>
                <a:cs typeface="Trebuchet MS"/>
              </a:rPr>
              <a:t>Path</a:t>
            </a:r>
            <a:r>
              <a:rPr dirty="0" sz="1900" spc="-1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145" b="1">
                <a:solidFill>
                  <a:srgbClr val="033358"/>
                </a:solidFill>
                <a:latin typeface="Trebuchet MS"/>
                <a:cs typeface="Trebuchet MS"/>
              </a:rPr>
              <a:t>uses</a:t>
            </a:r>
            <a:r>
              <a:rPr dirty="0" sz="1900" spc="-10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130" b="1">
                <a:solidFill>
                  <a:srgbClr val="033358"/>
                </a:solidFill>
                <a:latin typeface="Trebuchet MS"/>
                <a:cs typeface="Trebuchet MS"/>
              </a:rPr>
              <a:t>AI-</a:t>
            </a:r>
            <a:r>
              <a:rPr dirty="0" sz="1900" spc="110" b="1">
                <a:solidFill>
                  <a:srgbClr val="033358"/>
                </a:solidFill>
                <a:latin typeface="Trebuchet MS"/>
                <a:cs typeface="Trebuchet MS"/>
              </a:rPr>
              <a:t>based</a:t>
            </a:r>
            <a:r>
              <a:rPr dirty="0" sz="1900" spc="-1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50" b="1">
                <a:solidFill>
                  <a:srgbClr val="033358"/>
                </a:solidFill>
                <a:latin typeface="Trebuchet MS"/>
                <a:cs typeface="Trebuchet MS"/>
              </a:rPr>
              <a:t>audio</a:t>
            </a:r>
            <a:r>
              <a:rPr dirty="0" sz="1900" spc="-10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85" b="1">
                <a:solidFill>
                  <a:srgbClr val="033358"/>
                </a:solidFill>
                <a:latin typeface="Trebuchet MS"/>
                <a:cs typeface="Trebuchet MS"/>
              </a:rPr>
              <a:t>analysis</a:t>
            </a:r>
            <a:r>
              <a:rPr dirty="0" sz="1900" spc="-1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for</a:t>
            </a:r>
            <a:r>
              <a:rPr dirty="0" sz="1900" spc="-10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033358"/>
                </a:solidFill>
                <a:latin typeface="Trebuchet MS"/>
                <a:cs typeface="Trebuchet MS"/>
              </a:rPr>
              <a:t>detection, </a:t>
            </a:r>
            <a:r>
              <a:rPr dirty="0" sz="1900" spc="114" b="1">
                <a:solidFill>
                  <a:srgbClr val="033358"/>
                </a:solidFill>
                <a:latin typeface="Trebuchet MS"/>
                <a:cs typeface="Trebuchet MS"/>
              </a:rPr>
              <a:t>progress</a:t>
            </a:r>
            <a:r>
              <a:rPr dirty="0" sz="19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033358"/>
                </a:solidFill>
                <a:latin typeface="Trebuchet MS"/>
                <a:cs typeface="Trebuchet MS"/>
              </a:rPr>
              <a:t>tracking,</a:t>
            </a:r>
            <a:r>
              <a:rPr dirty="0" sz="19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75" b="1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19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50" b="1">
                <a:solidFill>
                  <a:srgbClr val="033358"/>
                </a:solidFill>
                <a:latin typeface="Trebuchet MS"/>
                <a:cs typeface="Trebuchet MS"/>
              </a:rPr>
              <a:t>adaptive</a:t>
            </a:r>
            <a:r>
              <a:rPr dirty="0" sz="19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45" b="1">
                <a:solidFill>
                  <a:srgbClr val="033358"/>
                </a:solidFill>
                <a:latin typeface="Trebuchet MS"/>
                <a:cs typeface="Trebuchet MS"/>
              </a:rPr>
              <a:t>therapy</a:t>
            </a:r>
            <a:r>
              <a:rPr dirty="0" sz="19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00" spc="35" b="1">
                <a:solidFill>
                  <a:srgbClr val="033358"/>
                </a:solidFill>
                <a:latin typeface="Trebuchet MS"/>
                <a:cs typeface="Trebuchet MS"/>
              </a:rPr>
              <a:t>support.</a:t>
            </a:r>
            <a:endParaRPr sz="1900">
              <a:latin typeface="Trebuchet MS"/>
              <a:cs typeface="Trebuchet MS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399981" y="2700885"/>
            <a:ext cx="14888210" cy="7586345"/>
            <a:chOff x="3399981" y="2700885"/>
            <a:chExt cx="14888210" cy="7586345"/>
          </a:xfrm>
        </p:grpSpPr>
        <p:sp>
          <p:nvSpPr>
            <p:cNvPr id="74" name="object 74"/>
            <p:cNvSpPr/>
            <p:nvPr/>
          </p:nvSpPr>
          <p:spPr>
            <a:xfrm>
              <a:off x="9017399" y="2700885"/>
              <a:ext cx="9271000" cy="7586345"/>
            </a:xfrm>
            <a:custGeom>
              <a:avLst/>
              <a:gdLst/>
              <a:ahLst/>
              <a:cxnLst/>
              <a:rect l="l" t="t" r="r" b="b"/>
              <a:pathLst>
                <a:path w="9271000" h="7586345">
                  <a:moveTo>
                    <a:pt x="9270599" y="7586113"/>
                  </a:moveTo>
                  <a:lnTo>
                    <a:pt x="0" y="7586113"/>
                  </a:lnTo>
                  <a:lnTo>
                    <a:pt x="2523816" y="279096"/>
                  </a:lnTo>
                  <a:lnTo>
                    <a:pt x="2541958" y="234948"/>
                  </a:lnTo>
                  <a:lnTo>
                    <a:pt x="2564678" y="193782"/>
                  </a:lnTo>
                  <a:lnTo>
                    <a:pt x="2591612" y="155858"/>
                  </a:lnTo>
                  <a:lnTo>
                    <a:pt x="2622400" y="121431"/>
                  </a:lnTo>
                  <a:lnTo>
                    <a:pt x="2656682" y="90759"/>
                  </a:lnTo>
                  <a:lnTo>
                    <a:pt x="2694095" y="64099"/>
                  </a:lnTo>
                  <a:lnTo>
                    <a:pt x="2734278" y="41710"/>
                  </a:lnTo>
                  <a:lnTo>
                    <a:pt x="2776870" y="23848"/>
                  </a:lnTo>
                  <a:lnTo>
                    <a:pt x="2821510" y="10770"/>
                  </a:lnTo>
                  <a:lnTo>
                    <a:pt x="2867837" y="2735"/>
                  </a:lnTo>
                  <a:lnTo>
                    <a:pt x="2915489" y="0"/>
                  </a:lnTo>
                  <a:lnTo>
                    <a:pt x="9270599" y="0"/>
                  </a:lnTo>
                  <a:lnTo>
                    <a:pt x="9270599" y="7586113"/>
                  </a:lnTo>
                  <a:close/>
                </a:path>
              </a:pathLst>
            </a:custGeom>
            <a:solidFill>
              <a:srgbClr val="2333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99981" y="2815185"/>
              <a:ext cx="76200" cy="76199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3604123" y="2665896"/>
            <a:ext cx="5527040" cy="62230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330"/>
              </a:lnSpc>
              <a:spcBef>
                <a:spcPts val="210"/>
              </a:spcBef>
            </a:pPr>
            <a:r>
              <a:rPr dirty="0" sz="1950" spc="60" b="1">
                <a:solidFill>
                  <a:srgbClr val="033358"/>
                </a:solidFill>
                <a:latin typeface="Trebuchet MS"/>
                <a:cs typeface="Trebuchet MS"/>
              </a:rPr>
              <a:t>Stuttering</a:t>
            </a:r>
            <a:r>
              <a:rPr dirty="0" sz="1950" spc="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50" spc="85" b="1">
                <a:solidFill>
                  <a:srgbClr val="033358"/>
                </a:solidFill>
                <a:latin typeface="Trebuchet MS"/>
                <a:cs typeface="Trebuchet MS"/>
              </a:rPr>
              <a:t>affects</a:t>
            </a:r>
            <a:r>
              <a:rPr dirty="0" sz="1950" spc="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50" b="1">
                <a:solidFill>
                  <a:srgbClr val="033358"/>
                </a:solidFill>
                <a:latin typeface="Trebuchet MS"/>
                <a:cs typeface="Trebuchet MS"/>
              </a:rPr>
              <a:t>children’s</a:t>
            </a:r>
            <a:r>
              <a:rPr dirty="0" sz="1950" spc="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50" spc="45" b="1">
                <a:solidFill>
                  <a:srgbClr val="033358"/>
                </a:solidFill>
                <a:latin typeface="Trebuchet MS"/>
                <a:cs typeface="Trebuchet MS"/>
              </a:rPr>
              <a:t>communication, </a:t>
            </a:r>
            <a:r>
              <a:rPr dirty="0" sz="1950" spc="50" b="1">
                <a:solidFill>
                  <a:srgbClr val="033358"/>
                </a:solidFill>
                <a:latin typeface="Trebuchet MS"/>
                <a:cs typeface="Trebuchet MS"/>
              </a:rPr>
              <a:t>confidence,</a:t>
            </a:r>
            <a:r>
              <a:rPr dirty="0" sz="1950" spc="-1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50" spc="90" b="1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1950" spc="-1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1950" spc="-10" b="1">
                <a:solidFill>
                  <a:srgbClr val="033358"/>
                </a:solidFill>
                <a:latin typeface="Trebuchet MS"/>
                <a:cs typeface="Trebuchet MS"/>
              </a:rPr>
              <a:t>learning.</a:t>
            </a:r>
            <a:endParaRPr sz="1950">
              <a:latin typeface="Trebuchet MS"/>
              <a:cs typeface="Trebuchet MS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1684977" y="5264619"/>
            <a:ext cx="104775" cy="3305175"/>
            <a:chOff x="11684977" y="5264619"/>
            <a:chExt cx="104775" cy="3305175"/>
          </a:xfrm>
        </p:grpSpPr>
        <p:pic>
          <p:nvPicPr>
            <p:cNvPr id="78" name="object 7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684977" y="5264619"/>
              <a:ext cx="104775" cy="10477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684977" y="6636219"/>
              <a:ext cx="104775" cy="10477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684977" y="7550619"/>
              <a:ext cx="104775" cy="104774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684977" y="8465019"/>
              <a:ext cx="104775" cy="104774"/>
            </a:xfrm>
            <a:prstGeom prst="rect">
              <a:avLst/>
            </a:prstGeom>
          </p:spPr>
        </p:pic>
      </p:grpSp>
      <p:sp>
        <p:nvSpPr>
          <p:cNvPr id="82" name="object 82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45"/>
              <a:t>MAIN</a:t>
            </a:r>
            <a:r>
              <a:rPr dirty="0" spc="-360"/>
              <a:t> </a:t>
            </a:r>
            <a:r>
              <a:rPr dirty="0" spc="310"/>
              <a:t>OBJECTIVE</a:t>
            </a:r>
          </a:p>
          <a:p>
            <a:pPr marL="396875" marR="5080">
              <a:lnSpc>
                <a:spcPct val="115399"/>
              </a:lnSpc>
              <a:spcBef>
                <a:spcPts val="3479"/>
              </a:spcBef>
              <a:tabLst>
                <a:tab pos="2223135" algn="l"/>
                <a:tab pos="3756660" algn="l"/>
                <a:tab pos="4334510" algn="l"/>
                <a:tab pos="5861050" algn="l"/>
              </a:tabLst>
            </a:pP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Supports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Sinhala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600" spc="15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English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600" spc="-65">
                <a:solidFill>
                  <a:srgbClr val="FFFFFF"/>
                </a:solidFill>
                <a:latin typeface="Tahoma"/>
                <a:cs typeface="Tahoma"/>
              </a:rPr>
              <a:t>for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children.</a:t>
            </a:r>
            <a:endParaRPr sz="2600">
              <a:latin typeface="Tahoma"/>
              <a:cs typeface="Tahoma"/>
            </a:endParaRPr>
          </a:p>
          <a:p>
            <a:pPr marL="396875" marR="5080">
              <a:lnSpc>
                <a:spcPct val="230799"/>
              </a:lnSpc>
            </a:pPr>
            <a:r>
              <a:rPr dirty="0" sz="2600" spc="-45">
                <a:solidFill>
                  <a:srgbClr val="FFFFFF"/>
                </a:solidFill>
                <a:latin typeface="Tahoma"/>
                <a:cs typeface="Tahoma"/>
              </a:rPr>
              <a:t>Detects</a:t>
            </a:r>
            <a:r>
              <a:rPr dirty="0" sz="26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stuttering/disfluencies. </a:t>
            </a:r>
            <a:r>
              <a:rPr dirty="0" sz="2600" spc="-45">
                <a:solidFill>
                  <a:srgbClr val="FFFFFF"/>
                </a:solidFill>
                <a:latin typeface="Tahoma"/>
                <a:cs typeface="Tahoma"/>
              </a:rPr>
              <a:t>Monitors</a:t>
            </a:r>
            <a:r>
              <a:rPr dirty="0" sz="26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90">
                <a:solidFill>
                  <a:srgbClr val="FFFFFF"/>
                </a:solidFill>
                <a:latin typeface="Tahoma"/>
                <a:cs typeface="Tahoma"/>
              </a:rPr>
              <a:t>improvement</a:t>
            </a:r>
            <a:r>
              <a:rPr dirty="0" sz="26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65">
                <a:solidFill>
                  <a:srgbClr val="FFFFFF"/>
                </a:solidFill>
                <a:latin typeface="Tahoma"/>
                <a:cs typeface="Tahoma"/>
              </a:rPr>
              <a:t>over</a:t>
            </a:r>
            <a:r>
              <a:rPr dirty="0" sz="26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time.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600">
              <a:latin typeface="Tahoma"/>
              <a:cs typeface="Tahoma"/>
            </a:endParaRPr>
          </a:p>
          <a:p>
            <a:pPr marL="396875" marR="5080">
              <a:lnSpc>
                <a:spcPct val="115399"/>
              </a:lnSpc>
              <a:spcBef>
                <a:spcPts val="5"/>
              </a:spcBef>
              <a:tabLst>
                <a:tab pos="1831339" algn="l"/>
                <a:tab pos="4586605" algn="l"/>
                <a:tab pos="5718175" algn="l"/>
              </a:tabLst>
            </a:pP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Gives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pronunciation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tips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600" spc="-7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dirty="0" sz="2600" spc="-50">
                <a:solidFill>
                  <a:srgbClr val="FFFFFF"/>
                </a:solidFill>
                <a:latin typeface="Tahoma"/>
                <a:cs typeface="Tahoma"/>
              </a:rPr>
              <a:t>exercise</a:t>
            </a:r>
            <a:r>
              <a:rPr dirty="0" sz="26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suggestions.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59606"/>
            <a:ext cx="2905760" cy="4427855"/>
            <a:chOff x="0" y="5859606"/>
            <a:chExt cx="2905760" cy="4427855"/>
          </a:xfrm>
        </p:grpSpPr>
        <p:sp>
          <p:nvSpPr>
            <p:cNvPr id="3" name="object 3"/>
            <p:cNvSpPr/>
            <p:nvPr/>
          </p:nvSpPr>
          <p:spPr>
            <a:xfrm>
              <a:off x="0" y="5859614"/>
              <a:ext cx="2905760" cy="4427855"/>
            </a:xfrm>
            <a:custGeom>
              <a:avLst/>
              <a:gdLst/>
              <a:ahLst/>
              <a:cxnLst/>
              <a:rect l="l" t="t" r="r" b="b"/>
              <a:pathLst>
                <a:path w="2905760" h="4427855">
                  <a:moveTo>
                    <a:pt x="1902167" y="4427398"/>
                  </a:moveTo>
                  <a:lnTo>
                    <a:pt x="0" y="1614398"/>
                  </a:lnTo>
                  <a:lnTo>
                    <a:pt x="0" y="4427398"/>
                  </a:lnTo>
                  <a:lnTo>
                    <a:pt x="1902167" y="4427398"/>
                  </a:lnTo>
                  <a:close/>
                </a:path>
                <a:path w="2905760" h="4427855">
                  <a:moveTo>
                    <a:pt x="2905633" y="4427398"/>
                  </a:moveTo>
                  <a:lnTo>
                    <a:pt x="0" y="0"/>
                  </a:lnTo>
                  <a:lnTo>
                    <a:pt x="0" y="72656"/>
                  </a:lnTo>
                  <a:lnTo>
                    <a:pt x="2857804" y="4427398"/>
                  </a:lnTo>
                  <a:lnTo>
                    <a:pt x="2905633" y="4427398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5918897"/>
              <a:ext cx="215265" cy="2569845"/>
            </a:xfrm>
            <a:custGeom>
              <a:avLst/>
              <a:gdLst/>
              <a:ahLst/>
              <a:cxnLst/>
              <a:rect l="l" t="t" r="r" b="b"/>
              <a:pathLst>
                <a:path w="215265" h="2569845">
                  <a:moveTo>
                    <a:pt x="201117" y="2529357"/>
                  </a:moveTo>
                  <a:lnTo>
                    <a:pt x="0" y="2529357"/>
                  </a:lnTo>
                  <a:lnTo>
                    <a:pt x="0" y="2569260"/>
                  </a:lnTo>
                  <a:lnTo>
                    <a:pt x="201117" y="2569260"/>
                  </a:lnTo>
                  <a:lnTo>
                    <a:pt x="201117" y="2529357"/>
                  </a:lnTo>
                  <a:close/>
                </a:path>
                <a:path w="215265" h="2569845">
                  <a:moveTo>
                    <a:pt x="215087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75183" y="40640"/>
                  </a:lnTo>
                  <a:lnTo>
                    <a:pt x="175183" y="2214880"/>
                  </a:lnTo>
                  <a:lnTo>
                    <a:pt x="0" y="2214880"/>
                  </a:lnTo>
                  <a:lnTo>
                    <a:pt x="0" y="2254250"/>
                  </a:lnTo>
                  <a:lnTo>
                    <a:pt x="215087" y="2254250"/>
                  </a:lnTo>
                  <a:lnTo>
                    <a:pt x="215087" y="2214880"/>
                  </a:lnTo>
                  <a:lnTo>
                    <a:pt x="215087" y="40640"/>
                  </a:lnTo>
                  <a:lnTo>
                    <a:pt x="21508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2227" y="9969868"/>
              <a:ext cx="174788" cy="1747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2639" y="9969868"/>
              <a:ext cx="174788" cy="1747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050" y="9969868"/>
              <a:ext cx="174788" cy="174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039" y="9969868"/>
              <a:ext cx="165210" cy="1747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2227" y="9710279"/>
              <a:ext cx="174788" cy="1747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3050" y="9710279"/>
              <a:ext cx="174788" cy="1747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2639" y="9710279"/>
              <a:ext cx="174788" cy="1747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039" y="9710279"/>
              <a:ext cx="165210" cy="1747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2227" y="9450690"/>
              <a:ext cx="174788" cy="1747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2639" y="9450690"/>
              <a:ext cx="174788" cy="1747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050" y="9450690"/>
              <a:ext cx="174788" cy="1747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039" y="9450690"/>
              <a:ext cx="165210" cy="1747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2227" y="9191101"/>
              <a:ext cx="174788" cy="1747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2639" y="9191101"/>
              <a:ext cx="174788" cy="1747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3050" y="9191101"/>
              <a:ext cx="174788" cy="1747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3039" y="9191101"/>
              <a:ext cx="165210" cy="1747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2227" y="8931513"/>
              <a:ext cx="174788" cy="1747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050" y="8931513"/>
              <a:ext cx="174788" cy="17478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2639" y="8931513"/>
              <a:ext cx="174788" cy="17478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32227" y="8681302"/>
              <a:ext cx="174788" cy="16541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039" y="8931513"/>
              <a:ext cx="165210" cy="1747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72639" y="8681302"/>
              <a:ext cx="174788" cy="16541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3039" y="8681302"/>
              <a:ext cx="165210" cy="16541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3050" y="8681302"/>
              <a:ext cx="174788" cy="165410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15645130" y="0"/>
            <a:ext cx="2642870" cy="4027170"/>
            <a:chOff x="15645130" y="0"/>
            <a:chExt cx="2642870" cy="4027170"/>
          </a:xfrm>
        </p:grpSpPr>
        <p:sp>
          <p:nvSpPr>
            <p:cNvPr id="30" name="object 30"/>
            <p:cNvSpPr/>
            <p:nvPr/>
          </p:nvSpPr>
          <p:spPr>
            <a:xfrm>
              <a:off x="15645129" y="0"/>
              <a:ext cx="2642870" cy="4027170"/>
            </a:xfrm>
            <a:custGeom>
              <a:avLst/>
              <a:gdLst/>
              <a:ahLst/>
              <a:cxnLst/>
              <a:rect l="l" t="t" r="r" b="b"/>
              <a:pathLst>
                <a:path w="2642869" h="4027170">
                  <a:moveTo>
                    <a:pt x="2642857" y="3957002"/>
                  </a:moveTo>
                  <a:lnTo>
                    <a:pt x="46075" y="0"/>
                  </a:lnTo>
                  <a:lnTo>
                    <a:pt x="0" y="0"/>
                  </a:lnTo>
                  <a:lnTo>
                    <a:pt x="2642857" y="4027017"/>
                  </a:lnTo>
                  <a:lnTo>
                    <a:pt x="2642857" y="3957002"/>
                  </a:lnTo>
                  <a:close/>
                </a:path>
                <a:path w="2642869" h="4027170">
                  <a:moveTo>
                    <a:pt x="2642857" y="0"/>
                  </a:moveTo>
                  <a:lnTo>
                    <a:pt x="967435" y="0"/>
                  </a:lnTo>
                  <a:lnTo>
                    <a:pt x="2642857" y="2477681"/>
                  </a:lnTo>
                  <a:lnTo>
                    <a:pt x="264285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228661" y="1699416"/>
              <a:ext cx="59690" cy="38735"/>
            </a:xfrm>
            <a:custGeom>
              <a:avLst/>
              <a:gdLst/>
              <a:ahLst/>
              <a:cxnLst/>
              <a:rect l="l" t="t" r="r" b="b"/>
              <a:pathLst>
                <a:path w="59690" h="38735">
                  <a:moveTo>
                    <a:pt x="0" y="0"/>
                  </a:moveTo>
                  <a:lnTo>
                    <a:pt x="59336" y="0"/>
                  </a:lnTo>
                  <a:lnTo>
                    <a:pt x="59336" y="38446"/>
                  </a:lnTo>
                  <a:lnTo>
                    <a:pt x="0" y="38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/>
          <p:nvPr/>
        </p:nvSpPr>
        <p:spPr>
          <a:xfrm>
            <a:off x="18215204" y="2001887"/>
            <a:ext cx="73025" cy="2172970"/>
          </a:xfrm>
          <a:custGeom>
            <a:avLst/>
            <a:gdLst/>
            <a:ahLst/>
            <a:cxnLst/>
            <a:rect l="l" t="t" r="r" b="b"/>
            <a:pathLst>
              <a:path w="73025" h="2172970">
                <a:moveTo>
                  <a:pt x="72783" y="0"/>
                </a:moveTo>
                <a:lnTo>
                  <a:pt x="0" y="0"/>
                </a:lnTo>
                <a:lnTo>
                  <a:pt x="0" y="39370"/>
                </a:lnTo>
                <a:lnTo>
                  <a:pt x="0" y="2134870"/>
                </a:lnTo>
                <a:lnTo>
                  <a:pt x="0" y="2172970"/>
                </a:lnTo>
                <a:lnTo>
                  <a:pt x="72783" y="2172970"/>
                </a:lnTo>
                <a:lnTo>
                  <a:pt x="72783" y="2134870"/>
                </a:lnTo>
                <a:lnTo>
                  <a:pt x="38442" y="2134870"/>
                </a:lnTo>
                <a:lnTo>
                  <a:pt x="38442" y="39370"/>
                </a:lnTo>
                <a:lnTo>
                  <a:pt x="72783" y="39370"/>
                </a:lnTo>
                <a:lnTo>
                  <a:pt x="72783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874183" y="103491"/>
            <a:ext cx="168397" cy="16839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124278" y="103491"/>
            <a:ext cx="168397" cy="16839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374375" y="103491"/>
            <a:ext cx="168397" cy="16839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624471" y="103490"/>
            <a:ext cx="159169" cy="16839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874183" y="353587"/>
            <a:ext cx="168397" cy="16839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7124278" y="353587"/>
            <a:ext cx="168397" cy="16839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374375" y="353587"/>
            <a:ext cx="168397" cy="168397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624471" y="353586"/>
            <a:ext cx="159169" cy="16839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874183" y="603683"/>
            <a:ext cx="168397" cy="16839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124278" y="603683"/>
            <a:ext cx="168397" cy="168397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624471" y="603683"/>
            <a:ext cx="159169" cy="16839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374375" y="603683"/>
            <a:ext cx="168397" cy="16839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6874183" y="853780"/>
            <a:ext cx="168397" cy="16839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7124278" y="853780"/>
            <a:ext cx="168397" cy="16839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374375" y="853780"/>
            <a:ext cx="168397" cy="16839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874183" y="1103876"/>
            <a:ext cx="168397" cy="168397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7624471" y="853779"/>
            <a:ext cx="159169" cy="16839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374375" y="1103876"/>
            <a:ext cx="168397" cy="16839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124278" y="1103876"/>
            <a:ext cx="168397" cy="16839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624471" y="1103875"/>
            <a:ext cx="159169" cy="16839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874182" y="1353972"/>
            <a:ext cx="168397" cy="159361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124278" y="1353972"/>
            <a:ext cx="168397" cy="159361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374375" y="1353972"/>
            <a:ext cx="168397" cy="15936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7624471" y="1353972"/>
            <a:ext cx="159169" cy="159361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17163073" y="8572830"/>
            <a:ext cx="1125220" cy="1714500"/>
          </a:xfrm>
          <a:custGeom>
            <a:avLst/>
            <a:gdLst/>
            <a:ahLst/>
            <a:cxnLst/>
            <a:rect l="l" t="t" r="r" b="b"/>
            <a:pathLst>
              <a:path w="1125219" h="1714500">
                <a:moveTo>
                  <a:pt x="1124927" y="1217637"/>
                </a:moveTo>
                <a:lnTo>
                  <a:pt x="789165" y="1714182"/>
                </a:lnTo>
                <a:lnTo>
                  <a:pt x="1124927" y="1714182"/>
                </a:lnTo>
                <a:lnTo>
                  <a:pt x="1124927" y="1217637"/>
                </a:lnTo>
                <a:close/>
              </a:path>
              <a:path w="1125219" h="1714500">
                <a:moveTo>
                  <a:pt x="1124927" y="0"/>
                </a:moveTo>
                <a:lnTo>
                  <a:pt x="0" y="1714182"/>
                </a:lnTo>
                <a:lnTo>
                  <a:pt x="36550" y="1714182"/>
                </a:lnTo>
                <a:lnTo>
                  <a:pt x="1124927" y="55714"/>
                </a:lnTo>
                <a:lnTo>
                  <a:pt x="1124927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6393135" y="8466315"/>
            <a:ext cx="1895475" cy="1821180"/>
          </a:xfrm>
          <a:custGeom>
            <a:avLst/>
            <a:gdLst/>
            <a:ahLst/>
            <a:cxnLst/>
            <a:rect l="l" t="t" r="r" b="b"/>
            <a:pathLst>
              <a:path w="1895475" h="1821179">
                <a:moveTo>
                  <a:pt x="526656" y="0"/>
                </a:moveTo>
                <a:lnTo>
                  <a:pt x="0" y="0"/>
                </a:lnTo>
                <a:lnTo>
                  <a:pt x="0" y="30480"/>
                </a:lnTo>
                <a:lnTo>
                  <a:pt x="0" y="1821180"/>
                </a:lnTo>
                <a:lnTo>
                  <a:pt x="30607" y="1821180"/>
                </a:lnTo>
                <a:lnTo>
                  <a:pt x="30607" y="30480"/>
                </a:lnTo>
                <a:lnTo>
                  <a:pt x="526656" y="30480"/>
                </a:lnTo>
                <a:lnTo>
                  <a:pt x="526656" y="0"/>
                </a:lnTo>
                <a:close/>
              </a:path>
              <a:path w="1895475" h="1821179">
                <a:moveTo>
                  <a:pt x="1894865" y="217170"/>
                </a:moveTo>
                <a:lnTo>
                  <a:pt x="301510" y="217170"/>
                </a:lnTo>
                <a:lnTo>
                  <a:pt x="301510" y="247650"/>
                </a:lnTo>
                <a:lnTo>
                  <a:pt x="301510" y="1821180"/>
                </a:lnTo>
                <a:lnTo>
                  <a:pt x="332130" y="1821180"/>
                </a:lnTo>
                <a:lnTo>
                  <a:pt x="332130" y="247650"/>
                </a:lnTo>
                <a:lnTo>
                  <a:pt x="1894865" y="247650"/>
                </a:lnTo>
                <a:lnTo>
                  <a:pt x="1894865" y="21717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0" y="11"/>
            <a:ext cx="1343660" cy="2047875"/>
          </a:xfrm>
          <a:custGeom>
            <a:avLst/>
            <a:gdLst/>
            <a:ahLst/>
            <a:cxnLst/>
            <a:rect l="l" t="t" r="r" b="b"/>
            <a:pathLst>
              <a:path w="1343660" h="2047875">
                <a:moveTo>
                  <a:pt x="518033" y="0"/>
                </a:moveTo>
                <a:lnTo>
                  <a:pt x="0" y="0"/>
                </a:lnTo>
                <a:lnTo>
                  <a:pt x="0" y="766089"/>
                </a:lnTo>
                <a:lnTo>
                  <a:pt x="518033" y="0"/>
                </a:lnTo>
                <a:close/>
              </a:path>
              <a:path w="1343660" h="2047875">
                <a:moveTo>
                  <a:pt x="1343634" y="0"/>
                </a:moveTo>
                <a:lnTo>
                  <a:pt x="1305039" y="0"/>
                </a:lnTo>
                <a:lnTo>
                  <a:pt x="0" y="1988616"/>
                </a:lnTo>
                <a:lnTo>
                  <a:pt x="0" y="2047455"/>
                </a:lnTo>
                <a:lnTo>
                  <a:pt x="1343634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0" y="1891"/>
            <a:ext cx="1901189" cy="2311400"/>
          </a:xfrm>
          <a:custGeom>
            <a:avLst/>
            <a:gdLst/>
            <a:ahLst/>
            <a:cxnLst/>
            <a:rect l="l" t="t" r="r" b="b"/>
            <a:pathLst>
              <a:path w="1901189" h="2311400">
                <a:moveTo>
                  <a:pt x="1582204" y="255270"/>
                </a:moveTo>
                <a:lnTo>
                  <a:pt x="0" y="255270"/>
                </a:lnTo>
                <a:lnTo>
                  <a:pt x="0" y="287020"/>
                </a:lnTo>
                <a:lnTo>
                  <a:pt x="1549869" y="287020"/>
                </a:lnTo>
                <a:lnTo>
                  <a:pt x="1549869" y="2049780"/>
                </a:lnTo>
                <a:lnTo>
                  <a:pt x="0" y="2049780"/>
                </a:lnTo>
                <a:lnTo>
                  <a:pt x="0" y="2081530"/>
                </a:lnTo>
                <a:lnTo>
                  <a:pt x="1582204" y="2081530"/>
                </a:lnTo>
                <a:lnTo>
                  <a:pt x="1582204" y="2049780"/>
                </a:lnTo>
                <a:lnTo>
                  <a:pt x="1582204" y="287020"/>
                </a:lnTo>
                <a:lnTo>
                  <a:pt x="1582204" y="255270"/>
                </a:lnTo>
                <a:close/>
              </a:path>
              <a:path w="1901189" h="2311400">
                <a:moveTo>
                  <a:pt x="1900618" y="0"/>
                </a:moveTo>
                <a:lnTo>
                  <a:pt x="0" y="0"/>
                </a:lnTo>
                <a:lnTo>
                  <a:pt x="0" y="33020"/>
                </a:lnTo>
                <a:lnTo>
                  <a:pt x="1868284" y="33020"/>
                </a:lnTo>
                <a:lnTo>
                  <a:pt x="1868284" y="2279650"/>
                </a:lnTo>
                <a:lnTo>
                  <a:pt x="1344434" y="2279650"/>
                </a:lnTo>
                <a:lnTo>
                  <a:pt x="1344434" y="2311400"/>
                </a:lnTo>
                <a:lnTo>
                  <a:pt x="1900618" y="2311400"/>
                </a:lnTo>
                <a:lnTo>
                  <a:pt x="1900618" y="2279650"/>
                </a:lnTo>
                <a:lnTo>
                  <a:pt x="1900618" y="33020"/>
                </a:lnTo>
                <a:lnTo>
                  <a:pt x="1900618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4280" rIns="0" bIns="0" rtlCol="0" vert="horz">
            <a:spAutoFit/>
          </a:bodyPr>
          <a:lstStyle/>
          <a:p>
            <a:pPr marL="4480560">
              <a:lnSpc>
                <a:spcPct val="100000"/>
              </a:lnSpc>
              <a:spcBef>
                <a:spcPts val="100"/>
              </a:spcBef>
            </a:pPr>
            <a:r>
              <a:rPr dirty="0" sz="5000" spc="450"/>
              <a:t>SOLUTION</a:t>
            </a:r>
            <a:r>
              <a:rPr dirty="0" sz="5000" spc="-130"/>
              <a:t> </a:t>
            </a:r>
            <a:r>
              <a:rPr dirty="0" sz="5000" spc="515"/>
              <a:t>OVERVIEW</a:t>
            </a:r>
            <a:endParaRPr sz="5000"/>
          </a:p>
        </p:txBody>
      </p:sp>
      <p:sp>
        <p:nvSpPr>
          <p:cNvPr id="62" name="object 62"/>
          <p:cNvSpPr/>
          <p:nvPr/>
        </p:nvSpPr>
        <p:spPr>
          <a:xfrm>
            <a:off x="9278232" y="2524502"/>
            <a:ext cx="7778115" cy="2748915"/>
          </a:xfrm>
          <a:custGeom>
            <a:avLst/>
            <a:gdLst/>
            <a:ahLst/>
            <a:cxnLst/>
            <a:rect l="l" t="t" r="r" b="b"/>
            <a:pathLst>
              <a:path w="7778115" h="2748915">
                <a:moveTo>
                  <a:pt x="647678" y="0"/>
                </a:moveTo>
                <a:lnTo>
                  <a:pt x="7130417" y="0"/>
                </a:lnTo>
                <a:lnTo>
                  <a:pt x="7178753" y="1776"/>
                </a:lnTo>
                <a:lnTo>
                  <a:pt x="7226126" y="7022"/>
                </a:lnTo>
                <a:lnTo>
                  <a:pt x="7272408" y="15612"/>
                </a:lnTo>
                <a:lnTo>
                  <a:pt x="7317475" y="27421"/>
                </a:lnTo>
                <a:lnTo>
                  <a:pt x="7361201" y="42324"/>
                </a:lnTo>
                <a:lnTo>
                  <a:pt x="7403461" y="60196"/>
                </a:lnTo>
                <a:lnTo>
                  <a:pt x="7444131" y="80911"/>
                </a:lnTo>
                <a:lnTo>
                  <a:pt x="7483084" y="104344"/>
                </a:lnTo>
                <a:lnTo>
                  <a:pt x="7520196" y="130370"/>
                </a:lnTo>
                <a:lnTo>
                  <a:pt x="7555341" y="158864"/>
                </a:lnTo>
                <a:lnTo>
                  <a:pt x="7588395" y="189700"/>
                </a:lnTo>
                <a:lnTo>
                  <a:pt x="7619231" y="222753"/>
                </a:lnTo>
                <a:lnTo>
                  <a:pt x="7647724" y="257898"/>
                </a:lnTo>
                <a:lnTo>
                  <a:pt x="7673750" y="295010"/>
                </a:lnTo>
                <a:lnTo>
                  <a:pt x="7697183" y="333963"/>
                </a:lnTo>
                <a:lnTo>
                  <a:pt x="7717898" y="374633"/>
                </a:lnTo>
                <a:lnTo>
                  <a:pt x="7735770" y="416893"/>
                </a:lnTo>
                <a:lnTo>
                  <a:pt x="7750673" y="460620"/>
                </a:lnTo>
                <a:lnTo>
                  <a:pt x="7762483" y="505687"/>
                </a:lnTo>
                <a:lnTo>
                  <a:pt x="7771073" y="551969"/>
                </a:lnTo>
                <a:lnTo>
                  <a:pt x="7776319" y="599341"/>
                </a:lnTo>
                <a:lnTo>
                  <a:pt x="7778095" y="647678"/>
                </a:lnTo>
                <a:lnTo>
                  <a:pt x="7778095" y="2101027"/>
                </a:lnTo>
                <a:lnTo>
                  <a:pt x="7776319" y="2149364"/>
                </a:lnTo>
                <a:lnTo>
                  <a:pt x="7771073" y="2196736"/>
                </a:lnTo>
                <a:lnTo>
                  <a:pt x="7762483" y="2243018"/>
                </a:lnTo>
                <a:lnTo>
                  <a:pt x="7750673" y="2288085"/>
                </a:lnTo>
                <a:lnTo>
                  <a:pt x="7735770" y="2331812"/>
                </a:lnTo>
                <a:lnTo>
                  <a:pt x="7717898" y="2374072"/>
                </a:lnTo>
                <a:lnTo>
                  <a:pt x="7697183" y="2414742"/>
                </a:lnTo>
                <a:lnTo>
                  <a:pt x="7673750" y="2453695"/>
                </a:lnTo>
                <a:lnTo>
                  <a:pt x="7647724" y="2490807"/>
                </a:lnTo>
                <a:lnTo>
                  <a:pt x="7619231" y="2525952"/>
                </a:lnTo>
                <a:lnTo>
                  <a:pt x="7588395" y="2559005"/>
                </a:lnTo>
                <a:lnTo>
                  <a:pt x="7555341" y="2589841"/>
                </a:lnTo>
                <a:lnTo>
                  <a:pt x="7520196" y="2618335"/>
                </a:lnTo>
                <a:lnTo>
                  <a:pt x="7483084" y="2644361"/>
                </a:lnTo>
                <a:lnTo>
                  <a:pt x="7444131" y="2667794"/>
                </a:lnTo>
                <a:lnTo>
                  <a:pt x="7403461" y="2688509"/>
                </a:lnTo>
                <a:lnTo>
                  <a:pt x="7361201" y="2706381"/>
                </a:lnTo>
                <a:lnTo>
                  <a:pt x="7317475" y="2721284"/>
                </a:lnTo>
                <a:lnTo>
                  <a:pt x="7272408" y="2733093"/>
                </a:lnTo>
                <a:lnTo>
                  <a:pt x="7226126" y="2741684"/>
                </a:lnTo>
                <a:lnTo>
                  <a:pt x="7178753" y="2746929"/>
                </a:lnTo>
                <a:lnTo>
                  <a:pt x="7130417" y="2748706"/>
                </a:lnTo>
                <a:lnTo>
                  <a:pt x="647678" y="2748706"/>
                </a:lnTo>
                <a:lnTo>
                  <a:pt x="599341" y="2746929"/>
                </a:lnTo>
                <a:lnTo>
                  <a:pt x="551969" y="2741683"/>
                </a:lnTo>
                <a:lnTo>
                  <a:pt x="505687" y="2733093"/>
                </a:lnTo>
                <a:lnTo>
                  <a:pt x="460620" y="2721284"/>
                </a:lnTo>
                <a:lnTo>
                  <a:pt x="416894" y="2706381"/>
                </a:lnTo>
                <a:lnTo>
                  <a:pt x="374633" y="2688509"/>
                </a:lnTo>
                <a:lnTo>
                  <a:pt x="333964" y="2667794"/>
                </a:lnTo>
                <a:lnTo>
                  <a:pt x="295010" y="2644361"/>
                </a:lnTo>
                <a:lnTo>
                  <a:pt x="257898" y="2618335"/>
                </a:lnTo>
                <a:lnTo>
                  <a:pt x="222753" y="2589841"/>
                </a:lnTo>
                <a:lnTo>
                  <a:pt x="189700" y="2559005"/>
                </a:lnTo>
                <a:lnTo>
                  <a:pt x="158864" y="2525952"/>
                </a:lnTo>
                <a:lnTo>
                  <a:pt x="130371" y="2490807"/>
                </a:lnTo>
                <a:lnTo>
                  <a:pt x="104345" y="2453695"/>
                </a:lnTo>
                <a:lnTo>
                  <a:pt x="80911" y="2414741"/>
                </a:lnTo>
                <a:lnTo>
                  <a:pt x="60196" y="2374072"/>
                </a:lnTo>
                <a:lnTo>
                  <a:pt x="42325" y="2331811"/>
                </a:lnTo>
                <a:lnTo>
                  <a:pt x="27422" y="2288085"/>
                </a:lnTo>
                <a:lnTo>
                  <a:pt x="15612" y="2243018"/>
                </a:lnTo>
                <a:lnTo>
                  <a:pt x="7022" y="2196736"/>
                </a:lnTo>
                <a:lnTo>
                  <a:pt x="1776" y="2149364"/>
                </a:lnTo>
                <a:lnTo>
                  <a:pt x="0" y="2101027"/>
                </a:lnTo>
                <a:lnTo>
                  <a:pt x="0" y="647678"/>
                </a:lnTo>
                <a:lnTo>
                  <a:pt x="1776" y="599341"/>
                </a:lnTo>
                <a:lnTo>
                  <a:pt x="7022" y="551969"/>
                </a:lnTo>
                <a:lnTo>
                  <a:pt x="15612" y="505687"/>
                </a:lnTo>
                <a:lnTo>
                  <a:pt x="27422" y="460620"/>
                </a:lnTo>
                <a:lnTo>
                  <a:pt x="42325" y="416894"/>
                </a:lnTo>
                <a:lnTo>
                  <a:pt x="60196" y="374633"/>
                </a:lnTo>
                <a:lnTo>
                  <a:pt x="80911" y="333964"/>
                </a:lnTo>
                <a:lnTo>
                  <a:pt x="104345" y="295010"/>
                </a:lnTo>
                <a:lnTo>
                  <a:pt x="130371" y="257899"/>
                </a:lnTo>
                <a:lnTo>
                  <a:pt x="158864" y="222753"/>
                </a:lnTo>
                <a:lnTo>
                  <a:pt x="189700" y="189700"/>
                </a:lnTo>
                <a:lnTo>
                  <a:pt x="222753" y="158864"/>
                </a:lnTo>
                <a:lnTo>
                  <a:pt x="257899" y="130371"/>
                </a:lnTo>
                <a:lnTo>
                  <a:pt x="295010" y="104345"/>
                </a:lnTo>
                <a:lnTo>
                  <a:pt x="333964" y="80911"/>
                </a:lnTo>
                <a:lnTo>
                  <a:pt x="374633" y="60196"/>
                </a:lnTo>
                <a:lnTo>
                  <a:pt x="416894" y="42325"/>
                </a:lnTo>
                <a:lnTo>
                  <a:pt x="460620" y="27422"/>
                </a:lnTo>
                <a:lnTo>
                  <a:pt x="505687" y="15612"/>
                </a:lnTo>
                <a:lnTo>
                  <a:pt x="551969" y="7022"/>
                </a:lnTo>
                <a:lnTo>
                  <a:pt x="599341" y="1776"/>
                </a:lnTo>
                <a:lnTo>
                  <a:pt x="647678" y="0"/>
                </a:lnTo>
              </a:path>
            </a:pathLst>
          </a:custGeom>
          <a:ln w="38099">
            <a:solidFill>
              <a:srgbClr val="85AA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9678179" y="3188058"/>
            <a:ext cx="6978015" cy="122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0670" marR="5080" indent="-268605">
              <a:lnSpc>
                <a:spcPct val="131200"/>
              </a:lnSpc>
              <a:spcBef>
                <a:spcPts val="100"/>
              </a:spcBef>
            </a:pPr>
            <a:r>
              <a:rPr dirty="0" sz="3000" spc="85" b="1">
                <a:latin typeface="Trebuchet MS"/>
                <a:cs typeface="Trebuchet MS"/>
              </a:rPr>
              <a:t>Personalized</a:t>
            </a:r>
            <a:r>
              <a:rPr dirty="0" sz="3000" spc="-180" b="1">
                <a:latin typeface="Trebuchet MS"/>
                <a:cs typeface="Trebuchet MS"/>
              </a:rPr>
              <a:t> </a:t>
            </a:r>
            <a:r>
              <a:rPr dirty="0" sz="3000" spc="90" b="1">
                <a:latin typeface="Trebuchet MS"/>
                <a:cs typeface="Trebuchet MS"/>
              </a:rPr>
              <a:t>Exercise</a:t>
            </a:r>
            <a:r>
              <a:rPr dirty="0" sz="3000" spc="-180" b="1">
                <a:latin typeface="Trebuchet MS"/>
                <a:cs typeface="Trebuchet MS"/>
              </a:rPr>
              <a:t> </a:t>
            </a:r>
            <a:r>
              <a:rPr dirty="0" sz="3000" spc="90" b="1">
                <a:latin typeface="Trebuchet MS"/>
                <a:cs typeface="Trebuchet MS"/>
              </a:rPr>
              <a:t>Recommender </a:t>
            </a:r>
            <a:r>
              <a:rPr dirty="0" sz="3000" spc="155" b="1">
                <a:solidFill>
                  <a:srgbClr val="1A40A6"/>
                </a:solidFill>
                <a:latin typeface="Trebuchet MS"/>
                <a:cs typeface="Trebuchet MS"/>
              </a:rPr>
              <a:t>IT22590862</a:t>
            </a:r>
            <a:r>
              <a:rPr dirty="0" sz="3000" spc="-200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295" b="1">
                <a:solidFill>
                  <a:srgbClr val="1A40A6"/>
                </a:solidFill>
                <a:latin typeface="Trebuchet MS"/>
                <a:cs typeface="Trebuchet MS"/>
              </a:rPr>
              <a:t>-</a:t>
            </a:r>
            <a:r>
              <a:rPr dirty="0" sz="3000" spc="-195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145" b="1">
                <a:solidFill>
                  <a:srgbClr val="1A40A6"/>
                </a:solidFill>
                <a:latin typeface="Trebuchet MS"/>
                <a:cs typeface="Trebuchet MS"/>
              </a:rPr>
              <a:t>Serasinghe</a:t>
            </a:r>
            <a:r>
              <a:rPr dirty="0" sz="3000" spc="-200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114" b="1">
                <a:solidFill>
                  <a:srgbClr val="1A40A6"/>
                </a:solidFill>
                <a:latin typeface="Trebuchet MS"/>
                <a:cs typeface="Trebuchet MS"/>
              </a:rPr>
              <a:t>S.M.C.N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217531" y="5552321"/>
            <a:ext cx="7724775" cy="2748915"/>
          </a:xfrm>
          <a:custGeom>
            <a:avLst/>
            <a:gdLst/>
            <a:ahLst/>
            <a:cxnLst/>
            <a:rect l="l" t="t" r="r" b="b"/>
            <a:pathLst>
              <a:path w="7724775" h="2748915">
                <a:moveTo>
                  <a:pt x="7724774" y="2168575"/>
                </a:moveTo>
                <a:lnTo>
                  <a:pt x="7713065" y="2243018"/>
                </a:lnTo>
                <a:lnTo>
                  <a:pt x="7701256" y="2288085"/>
                </a:lnTo>
                <a:lnTo>
                  <a:pt x="7686353" y="2331811"/>
                </a:lnTo>
                <a:lnTo>
                  <a:pt x="7668481" y="2374072"/>
                </a:lnTo>
                <a:lnTo>
                  <a:pt x="7647766" y="2414741"/>
                </a:lnTo>
                <a:lnTo>
                  <a:pt x="7624333" y="2453695"/>
                </a:lnTo>
                <a:lnTo>
                  <a:pt x="7598307" y="2490807"/>
                </a:lnTo>
                <a:lnTo>
                  <a:pt x="7569813" y="2525952"/>
                </a:lnTo>
                <a:lnTo>
                  <a:pt x="7538977" y="2559005"/>
                </a:lnTo>
                <a:lnTo>
                  <a:pt x="7505924" y="2589841"/>
                </a:lnTo>
                <a:lnTo>
                  <a:pt x="7470779" y="2618335"/>
                </a:lnTo>
                <a:lnTo>
                  <a:pt x="7433667" y="2644361"/>
                </a:lnTo>
                <a:lnTo>
                  <a:pt x="7394714" y="2667794"/>
                </a:lnTo>
                <a:lnTo>
                  <a:pt x="7354044" y="2688509"/>
                </a:lnTo>
                <a:lnTo>
                  <a:pt x="7311784" y="2706380"/>
                </a:lnTo>
                <a:lnTo>
                  <a:pt x="7268058" y="2721283"/>
                </a:lnTo>
                <a:lnTo>
                  <a:pt x="7222991" y="2733093"/>
                </a:lnTo>
                <a:lnTo>
                  <a:pt x="7176709" y="2741683"/>
                </a:lnTo>
                <a:lnTo>
                  <a:pt x="7129337" y="2746929"/>
                </a:lnTo>
                <a:lnTo>
                  <a:pt x="7080999" y="2748706"/>
                </a:lnTo>
                <a:lnTo>
                  <a:pt x="647792" y="2748706"/>
                </a:lnTo>
                <a:lnTo>
                  <a:pt x="599455" y="2746929"/>
                </a:lnTo>
                <a:lnTo>
                  <a:pt x="552083" y="2741683"/>
                </a:lnTo>
                <a:lnTo>
                  <a:pt x="505801" y="2733093"/>
                </a:lnTo>
                <a:lnTo>
                  <a:pt x="460734" y="2721283"/>
                </a:lnTo>
                <a:lnTo>
                  <a:pt x="417008" y="2706380"/>
                </a:lnTo>
                <a:lnTo>
                  <a:pt x="374747" y="2688509"/>
                </a:lnTo>
                <a:lnTo>
                  <a:pt x="334078" y="2667794"/>
                </a:lnTo>
                <a:lnTo>
                  <a:pt x="295124" y="2644361"/>
                </a:lnTo>
                <a:lnTo>
                  <a:pt x="258013" y="2618335"/>
                </a:lnTo>
                <a:lnTo>
                  <a:pt x="222867" y="2589841"/>
                </a:lnTo>
                <a:lnTo>
                  <a:pt x="189814" y="2559005"/>
                </a:lnTo>
                <a:lnTo>
                  <a:pt x="158978" y="2525952"/>
                </a:lnTo>
                <a:lnTo>
                  <a:pt x="130484" y="2490807"/>
                </a:lnTo>
                <a:lnTo>
                  <a:pt x="104458" y="2453695"/>
                </a:lnTo>
                <a:lnTo>
                  <a:pt x="81025" y="2414741"/>
                </a:lnTo>
                <a:lnTo>
                  <a:pt x="60310" y="2374072"/>
                </a:lnTo>
                <a:lnTo>
                  <a:pt x="42439" y="2331811"/>
                </a:lnTo>
                <a:lnTo>
                  <a:pt x="27536" y="2288085"/>
                </a:lnTo>
                <a:lnTo>
                  <a:pt x="15726" y="2243018"/>
                </a:lnTo>
                <a:lnTo>
                  <a:pt x="7136" y="2196736"/>
                </a:lnTo>
                <a:lnTo>
                  <a:pt x="1890" y="2149364"/>
                </a:lnTo>
                <a:lnTo>
                  <a:pt x="0" y="2101027"/>
                </a:lnTo>
                <a:lnTo>
                  <a:pt x="0" y="647674"/>
                </a:lnTo>
                <a:lnTo>
                  <a:pt x="1890" y="599341"/>
                </a:lnTo>
                <a:lnTo>
                  <a:pt x="7136" y="551969"/>
                </a:lnTo>
                <a:lnTo>
                  <a:pt x="15726" y="505687"/>
                </a:lnTo>
                <a:lnTo>
                  <a:pt x="27536" y="460620"/>
                </a:lnTo>
                <a:lnTo>
                  <a:pt x="42439" y="416894"/>
                </a:lnTo>
                <a:lnTo>
                  <a:pt x="60310" y="374633"/>
                </a:lnTo>
                <a:lnTo>
                  <a:pt x="81025" y="333964"/>
                </a:lnTo>
                <a:lnTo>
                  <a:pt x="104459" y="295010"/>
                </a:lnTo>
                <a:lnTo>
                  <a:pt x="130485" y="257898"/>
                </a:lnTo>
                <a:lnTo>
                  <a:pt x="158978" y="222753"/>
                </a:lnTo>
                <a:lnTo>
                  <a:pt x="189814" y="189700"/>
                </a:lnTo>
                <a:lnTo>
                  <a:pt x="222867" y="158864"/>
                </a:lnTo>
                <a:lnTo>
                  <a:pt x="258013" y="130370"/>
                </a:lnTo>
                <a:lnTo>
                  <a:pt x="295124" y="104344"/>
                </a:lnTo>
                <a:lnTo>
                  <a:pt x="334078" y="80911"/>
                </a:lnTo>
                <a:lnTo>
                  <a:pt x="374747" y="60196"/>
                </a:lnTo>
                <a:lnTo>
                  <a:pt x="417008" y="42325"/>
                </a:lnTo>
                <a:lnTo>
                  <a:pt x="460734" y="27422"/>
                </a:lnTo>
                <a:lnTo>
                  <a:pt x="505801" y="15612"/>
                </a:lnTo>
                <a:lnTo>
                  <a:pt x="552083" y="7022"/>
                </a:lnTo>
                <a:lnTo>
                  <a:pt x="599455" y="1776"/>
                </a:lnTo>
                <a:lnTo>
                  <a:pt x="647792" y="0"/>
                </a:lnTo>
                <a:lnTo>
                  <a:pt x="7080999" y="0"/>
                </a:lnTo>
                <a:lnTo>
                  <a:pt x="7129336" y="1776"/>
                </a:lnTo>
                <a:lnTo>
                  <a:pt x="7176709" y="7022"/>
                </a:lnTo>
                <a:lnTo>
                  <a:pt x="7222991" y="15612"/>
                </a:lnTo>
                <a:lnTo>
                  <a:pt x="7268058" y="27422"/>
                </a:lnTo>
                <a:lnTo>
                  <a:pt x="7311784" y="42325"/>
                </a:lnTo>
                <a:lnTo>
                  <a:pt x="7354044" y="60196"/>
                </a:lnTo>
                <a:lnTo>
                  <a:pt x="7394714" y="80911"/>
                </a:lnTo>
                <a:lnTo>
                  <a:pt x="7433667" y="104344"/>
                </a:lnTo>
                <a:lnTo>
                  <a:pt x="7470779" y="130370"/>
                </a:lnTo>
                <a:lnTo>
                  <a:pt x="7505924" y="158864"/>
                </a:lnTo>
                <a:lnTo>
                  <a:pt x="7538977" y="189700"/>
                </a:lnTo>
                <a:lnTo>
                  <a:pt x="7569813" y="222753"/>
                </a:lnTo>
                <a:lnTo>
                  <a:pt x="7598307" y="257898"/>
                </a:lnTo>
                <a:lnTo>
                  <a:pt x="7624333" y="295010"/>
                </a:lnTo>
                <a:lnTo>
                  <a:pt x="7647766" y="333964"/>
                </a:lnTo>
                <a:lnTo>
                  <a:pt x="7668481" y="374633"/>
                </a:lnTo>
                <a:lnTo>
                  <a:pt x="7686353" y="416894"/>
                </a:lnTo>
                <a:lnTo>
                  <a:pt x="7701256" y="460620"/>
                </a:lnTo>
                <a:lnTo>
                  <a:pt x="7713065" y="505687"/>
                </a:lnTo>
                <a:lnTo>
                  <a:pt x="7721655" y="551969"/>
                </a:lnTo>
                <a:lnTo>
                  <a:pt x="7724774" y="580131"/>
                </a:lnTo>
              </a:path>
            </a:pathLst>
          </a:custGeom>
          <a:ln w="38099">
            <a:solidFill>
              <a:srgbClr val="85AA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812943" y="6196847"/>
            <a:ext cx="6537959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5585">
              <a:lnSpc>
                <a:spcPct val="133300"/>
              </a:lnSpc>
              <a:spcBef>
                <a:spcPts val="100"/>
              </a:spcBef>
            </a:pPr>
            <a:r>
              <a:rPr dirty="0" sz="3000" spc="70" b="1">
                <a:latin typeface="Trebuchet MS"/>
                <a:cs typeface="Trebuchet MS"/>
              </a:rPr>
              <a:t>Pronunciation</a:t>
            </a:r>
            <a:r>
              <a:rPr dirty="0" sz="3000" spc="-200" b="1">
                <a:latin typeface="Trebuchet MS"/>
                <a:cs typeface="Trebuchet MS"/>
              </a:rPr>
              <a:t> </a:t>
            </a:r>
            <a:r>
              <a:rPr dirty="0" sz="3000" spc="105" b="1">
                <a:latin typeface="Trebuchet MS"/>
                <a:cs typeface="Trebuchet MS"/>
              </a:rPr>
              <a:t>Feedback</a:t>
            </a:r>
            <a:r>
              <a:rPr dirty="0" sz="3000" spc="-200" b="1">
                <a:latin typeface="Trebuchet MS"/>
                <a:cs typeface="Trebuchet MS"/>
              </a:rPr>
              <a:t> </a:t>
            </a:r>
            <a:r>
              <a:rPr dirty="0" sz="3000" spc="175" b="1">
                <a:latin typeface="Trebuchet MS"/>
                <a:cs typeface="Trebuchet MS"/>
              </a:rPr>
              <a:t>System </a:t>
            </a:r>
            <a:r>
              <a:rPr dirty="0" sz="3000" spc="175" b="1">
                <a:solidFill>
                  <a:srgbClr val="1A40A6"/>
                </a:solidFill>
                <a:latin typeface="Trebuchet MS"/>
                <a:cs typeface="Trebuchet MS"/>
              </a:rPr>
              <a:t>IT22563064</a:t>
            </a:r>
            <a:r>
              <a:rPr dirty="0" sz="3000" spc="-200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295" b="1">
                <a:solidFill>
                  <a:srgbClr val="1A40A6"/>
                </a:solidFill>
                <a:latin typeface="Trebuchet MS"/>
                <a:cs typeface="Trebuchet MS"/>
              </a:rPr>
              <a:t>-</a:t>
            </a:r>
            <a:r>
              <a:rPr dirty="0" sz="3000" spc="-195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75" b="1">
                <a:solidFill>
                  <a:srgbClr val="1A40A6"/>
                </a:solidFill>
                <a:latin typeface="Trebuchet MS"/>
                <a:cs typeface="Trebuchet MS"/>
              </a:rPr>
              <a:t>Rathninda</a:t>
            </a:r>
            <a:r>
              <a:rPr dirty="0" sz="3000" spc="-200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50" b="1">
                <a:solidFill>
                  <a:srgbClr val="1A40A6"/>
                </a:solidFill>
                <a:latin typeface="Trebuchet MS"/>
                <a:cs typeface="Trebuchet MS"/>
              </a:rPr>
              <a:t>R.G.S.N.C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9278232" y="5552321"/>
            <a:ext cx="7778115" cy="2748915"/>
          </a:xfrm>
          <a:custGeom>
            <a:avLst/>
            <a:gdLst/>
            <a:ahLst/>
            <a:cxnLst/>
            <a:rect l="l" t="t" r="r" b="b"/>
            <a:pathLst>
              <a:path w="7778115" h="2748915">
                <a:moveTo>
                  <a:pt x="647678" y="0"/>
                </a:moveTo>
                <a:lnTo>
                  <a:pt x="7130417" y="0"/>
                </a:lnTo>
                <a:lnTo>
                  <a:pt x="7178753" y="1776"/>
                </a:lnTo>
                <a:lnTo>
                  <a:pt x="7226126" y="7022"/>
                </a:lnTo>
                <a:lnTo>
                  <a:pt x="7272408" y="15612"/>
                </a:lnTo>
                <a:lnTo>
                  <a:pt x="7317475" y="27421"/>
                </a:lnTo>
                <a:lnTo>
                  <a:pt x="7361201" y="42324"/>
                </a:lnTo>
                <a:lnTo>
                  <a:pt x="7403461" y="60196"/>
                </a:lnTo>
                <a:lnTo>
                  <a:pt x="7444131" y="80911"/>
                </a:lnTo>
                <a:lnTo>
                  <a:pt x="7483084" y="104344"/>
                </a:lnTo>
                <a:lnTo>
                  <a:pt x="7520196" y="130370"/>
                </a:lnTo>
                <a:lnTo>
                  <a:pt x="7555341" y="158864"/>
                </a:lnTo>
                <a:lnTo>
                  <a:pt x="7588395" y="189700"/>
                </a:lnTo>
                <a:lnTo>
                  <a:pt x="7619231" y="222753"/>
                </a:lnTo>
                <a:lnTo>
                  <a:pt x="7647724" y="257898"/>
                </a:lnTo>
                <a:lnTo>
                  <a:pt x="7673750" y="295010"/>
                </a:lnTo>
                <a:lnTo>
                  <a:pt x="7697183" y="333963"/>
                </a:lnTo>
                <a:lnTo>
                  <a:pt x="7717898" y="374633"/>
                </a:lnTo>
                <a:lnTo>
                  <a:pt x="7735770" y="416893"/>
                </a:lnTo>
                <a:lnTo>
                  <a:pt x="7750673" y="460620"/>
                </a:lnTo>
                <a:lnTo>
                  <a:pt x="7762483" y="505687"/>
                </a:lnTo>
                <a:lnTo>
                  <a:pt x="7771073" y="551969"/>
                </a:lnTo>
                <a:lnTo>
                  <a:pt x="7776319" y="599341"/>
                </a:lnTo>
                <a:lnTo>
                  <a:pt x="7778095" y="647678"/>
                </a:lnTo>
                <a:lnTo>
                  <a:pt x="7778095" y="2101027"/>
                </a:lnTo>
                <a:lnTo>
                  <a:pt x="7776319" y="2149364"/>
                </a:lnTo>
                <a:lnTo>
                  <a:pt x="7771073" y="2196736"/>
                </a:lnTo>
                <a:lnTo>
                  <a:pt x="7762483" y="2243018"/>
                </a:lnTo>
                <a:lnTo>
                  <a:pt x="7750673" y="2288085"/>
                </a:lnTo>
                <a:lnTo>
                  <a:pt x="7735770" y="2331812"/>
                </a:lnTo>
                <a:lnTo>
                  <a:pt x="7717899" y="2374072"/>
                </a:lnTo>
                <a:lnTo>
                  <a:pt x="7697183" y="2414742"/>
                </a:lnTo>
                <a:lnTo>
                  <a:pt x="7673750" y="2453695"/>
                </a:lnTo>
                <a:lnTo>
                  <a:pt x="7647724" y="2490807"/>
                </a:lnTo>
                <a:lnTo>
                  <a:pt x="7619231" y="2525952"/>
                </a:lnTo>
                <a:lnTo>
                  <a:pt x="7588395" y="2559005"/>
                </a:lnTo>
                <a:lnTo>
                  <a:pt x="7555341" y="2589841"/>
                </a:lnTo>
                <a:lnTo>
                  <a:pt x="7520196" y="2618335"/>
                </a:lnTo>
                <a:lnTo>
                  <a:pt x="7483084" y="2644361"/>
                </a:lnTo>
                <a:lnTo>
                  <a:pt x="7444131" y="2667794"/>
                </a:lnTo>
                <a:lnTo>
                  <a:pt x="7403461" y="2688509"/>
                </a:lnTo>
                <a:lnTo>
                  <a:pt x="7361201" y="2706381"/>
                </a:lnTo>
                <a:lnTo>
                  <a:pt x="7317474" y="2721284"/>
                </a:lnTo>
                <a:lnTo>
                  <a:pt x="7272408" y="2733093"/>
                </a:lnTo>
                <a:lnTo>
                  <a:pt x="7226126" y="2741683"/>
                </a:lnTo>
                <a:lnTo>
                  <a:pt x="7178753" y="2746929"/>
                </a:lnTo>
                <a:lnTo>
                  <a:pt x="7130417" y="2748706"/>
                </a:lnTo>
                <a:lnTo>
                  <a:pt x="647678" y="2748706"/>
                </a:lnTo>
                <a:lnTo>
                  <a:pt x="599341" y="2746929"/>
                </a:lnTo>
                <a:lnTo>
                  <a:pt x="551969" y="2741683"/>
                </a:lnTo>
                <a:lnTo>
                  <a:pt x="505687" y="2733093"/>
                </a:lnTo>
                <a:lnTo>
                  <a:pt x="460620" y="2721283"/>
                </a:lnTo>
                <a:lnTo>
                  <a:pt x="416894" y="2706380"/>
                </a:lnTo>
                <a:lnTo>
                  <a:pt x="374633" y="2688509"/>
                </a:lnTo>
                <a:lnTo>
                  <a:pt x="333964" y="2667794"/>
                </a:lnTo>
                <a:lnTo>
                  <a:pt x="295010" y="2644360"/>
                </a:lnTo>
                <a:lnTo>
                  <a:pt x="257899" y="2618334"/>
                </a:lnTo>
                <a:lnTo>
                  <a:pt x="222753" y="2589841"/>
                </a:lnTo>
                <a:lnTo>
                  <a:pt x="189700" y="2559005"/>
                </a:lnTo>
                <a:lnTo>
                  <a:pt x="158864" y="2525952"/>
                </a:lnTo>
                <a:lnTo>
                  <a:pt x="130371" y="2490806"/>
                </a:lnTo>
                <a:lnTo>
                  <a:pt x="104345" y="2453695"/>
                </a:lnTo>
                <a:lnTo>
                  <a:pt x="80911" y="2414741"/>
                </a:lnTo>
                <a:lnTo>
                  <a:pt x="60196" y="2374072"/>
                </a:lnTo>
                <a:lnTo>
                  <a:pt x="42325" y="2331811"/>
                </a:lnTo>
                <a:lnTo>
                  <a:pt x="27422" y="2288085"/>
                </a:lnTo>
                <a:lnTo>
                  <a:pt x="15612" y="2243018"/>
                </a:lnTo>
                <a:lnTo>
                  <a:pt x="7022" y="2196736"/>
                </a:lnTo>
                <a:lnTo>
                  <a:pt x="1776" y="2149364"/>
                </a:lnTo>
                <a:lnTo>
                  <a:pt x="0" y="2101027"/>
                </a:lnTo>
                <a:lnTo>
                  <a:pt x="0" y="647678"/>
                </a:lnTo>
                <a:lnTo>
                  <a:pt x="1776" y="599341"/>
                </a:lnTo>
                <a:lnTo>
                  <a:pt x="7022" y="551969"/>
                </a:lnTo>
                <a:lnTo>
                  <a:pt x="15612" y="505687"/>
                </a:lnTo>
                <a:lnTo>
                  <a:pt x="27422" y="460620"/>
                </a:lnTo>
                <a:lnTo>
                  <a:pt x="42325" y="416894"/>
                </a:lnTo>
                <a:lnTo>
                  <a:pt x="60196" y="374633"/>
                </a:lnTo>
                <a:lnTo>
                  <a:pt x="80911" y="333964"/>
                </a:lnTo>
                <a:lnTo>
                  <a:pt x="104345" y="295010"/>
                </a:lnTo>
                <a:lnTo>
                  <a:pt x="130371" y="257899"/>
                </a:lnTo>
                <a:lnTo>
                  <a:pt x="158864" y="222753"/>
                </a:lnTo>
                <a:lnTo>
                  <a:pt x="189700" y="189700"/>
                </a:lnTo>
                <a:lnTo>
                  <a:pt x="222753" y="158864"/>
                </a:lnTo>
                <a:lnTo>
                  <a:pt x="257899" y="130371"/>
                </a:lnTo>
                <a:lnTo>
                  <a:pt x="295010" y="104345"/>
                </a:lnTo>
                <a:lnTo>
                  <a:pt x="333964" y="80911"/>
                </a:lnTo>
                <a:lnTo>
                  <a:pt x="374633" y="60196"/>
                </a:lnTo>
                <a:lnTo>
                  <a:pt x="416894" y="42325"/>
                </a:lnTo>
                <a:lnTo>
                  <a:pt x="460620" y="27422"/>
                </a:lnTo>
                <a:lnTo>
                  <a:pt x="505687" y="15612"/>
                </a:lnTo>
                <a:lnTo>
                  <a:pt x="551969" y="7022"/>
                </a:lnTo>
                <a:lnTo>
                  <a:pt x="599341" y="1776"/>
                </a:lnTo>
                <a:lnTo>
                  <a:pt x="647678" y="0"/>
                </a:lnTo>
              </a:path>
            </a:pathLst>
          </a:custGeom>
          <a:ln w="38099">
            <a:solidFill>
              <a:srgbClr val="85AA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9660915" y="5920603"/>
            <a:ext cx="7012940" cy="1825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31200"/>
              </a:lnSpc>
              <a:spcBef>
                <a:spcPts val="100"/>
              </a:spcBef>
            </a:pPr>
            <a:r>
              <a:rPr dirty="0" sz="3000" spc="275" b="1">
                <a:latin typeface="Trebuchet MS"/>
                <a:cs typeface="Trebuchet MS"/>
              </a:rPr>
              <a:t>ML-</a:t>
            </a:r>
            <a:r>
              <a:rPr dirty="0" sz="3000" spc="175" b="1">
                <a:latin typeface="Trebuchet MS"/>
                <a:cs typeface="Trebuchet MS"/>
              </a:rPr>
              <a:t>Based</a:t>
            </a:r>
            <a:r>
              <a:rPr dirty="0" sz="3000" spc="-200" b="1">
                <a:latin typeface="Trebuchet MS"/>
                <a:cs typeface="Trebuchet MS"/>
              </a:rPr>
              <a:t> </a:t>
            </a:r>
            <a:r>
              <a:rPr dirty="0" sz="3000" spc="80" b="1">
                <a:latin typeface="Trebuchet MS"/>
                <a:cs typeface="Trebuchet MS"/>
              </a:rPr>
              <a:t>Stuttering</a:t>
            </a:r>
            <a:r>
              <a:rPr dirty="0" sz="3000" spc="-195" b="1">
                <a:latin typeface="Trebuchet MS"/>
                <a:cs typeface="Trebuchet MS"/>
              </a:rPr>
              <a:t> </a:t>
            </a:r>
            <a:r>
              <a:rPr dirty="0" sz="3000" spc="170" b="1">
                <a:latin typeface="Trebuchet MS"/>
                <a:cs typeface="Trebuchet MS"/>
              </a:rPr>
              <a:t>Progress </a:t>
            </a:r>
            <a:r>
              <a:rPr dirty="0" sz="3000" spc="55" b="1">
                <a:latin typeface="Trebuchet MS"/>
                <a:cs typeface="Trebuchet MS"/>
              </a:rPr>
              <a:t>Prediction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b="1">
                <a:latin typeface="Trebuchet MS"/>
                <a:cs typeface="Trebuchet MS"/>
              </a:rPr>
              <a:t>with</a:t>
            </a:r>
            <a:r>
              <a:rPr dirty="0" sz="3000" spc="-150" b="1">
                <a:latin typeface="Trebuchet MS"/>
                <a:cs typeface="Trebuchet MS"/>
              </a:rPr>
              <a:t> </a:t>
            </a:r>
            <a:r>
              <a:rPr dirty="0" sz="3000" spc="55" b="1">
                <a:latin typeface="Trebuchet MS"/>
                <a:cs typeface="Trebuchet MS"/>
              </a:rPr>
              <a:t>Prediction</a:t>
            </a:r>
            <a:r>
              <a:rPr dirty="0" sz="3000" spc="-155" b="1">
                <a:latin typeface="Trebuchet MS"/>
                <a:cs typeface="Trebuchet MS"/>
              </a:rPr>
              <a:t> </a:t>
            </a:r>
            <a:r>
              <a:rPr dirty="0" sz="3000" spc="140" b="1">
                <a:latin typeface="Trebuchet MS"/>
                <a:cs typeface="Trebuchet MS"/>
              </a:rPr>
              <a:t>Dashboard </a:t>
            </a:r>
            <a:r>
              <a:rPr dirty="0" sz="3000" spc="110" b="1">
                <a:solidFill>
                  <a:srgbClr val="1A40A6"/>
                </a:solidFill>
                <a:latin typeface="Trebuchet MS"/>
                <a:cs typeface="Trebuchet MS"/>
              </a:rPr>
              <a:t>IT22273758</a:t>
            </a:r>
            <a:r>
              <a:rPr dirty="0" sz="3000" spc="-210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295" b="1">
                <a:solidFill>
                  <a:srgbClr val="1A40A6"/>
                </a:solidFill>
                <a:latin typeface="Trebuchet MS"/>
                <a:cs typeface="Trebuchet MS"/>
              </a:rPr>
              <a:t>-</a:t>
            </a:r>
            <a:r>
              <a:rPr dirty="0" sz="3000" spc="-204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75" b="1">
                <a:solidFill>
                  <a:srgbClr val="1A40A6"/>
                </a:solidFill>
                <a:latin typeface="Trebuchet MS"/>
                <a:cs typeface="Trebuchet MS"/>
              </a:rPr>
              <a:t>Fernando</a:t>
            </a:r>
            <a:r>
              <a:rPr dirty="0" sz="3000" spc="-204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-10" b="1">
                <a:solidFill>
                  <a:srgbClr val="1A40A6"/>
                </a:solidFill>
                <a:latin typeface="Trebuchet MS"/>
                <a:cs typeface="Trebuchet MS"/>
              </a:rPr>
              <a:t>K.A.I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217531" y="2490904"/>
            <a:ext cx="7724775" cy="2781300"/>
          </a:xfrm>
          <a:custGeom>
            <a:avLst/>
            <a:gdLst/>
            <a:ahLst/>
            <a:cxnLst/>
            <a:rect l="l" t="t" r="r" b="b"/>
            <a:pathLst>
              <a:path w="7724775" h="2781300">
                <a:moveTo>
                  <a:pt x="7724774" y="2202686"/>
                </a:moveTo>
                <a:lnTo>
                  <a:pt x="7713118" y="2276647"/>
                </a:lnTo>
                <a:lnTo>
                  <a:pt x="7701309" y="2321714"/>
                </a:lnTo>
                <a:lnTo>
                  <a:pt x="7686406" y="2365441"/>
                </a:lnTo>
                <a:lnTo>
                  <a:pt x="7668534" y="2407702"/>
                </a:lnTo>
                <a:lnTo>
                  <a:pt x="7647818" y="2448372"/>
                </a:lnTo>
                <a:lnTo>
                  <a:pt x="7624385" y="2487326"/>
                </a:lnTo>
                <a:lnTo>
                  <a:pt x="7598359" y="2524439"/>
                </a:lnTo>
                <a:lnTo>
                  <a:pt x="7569865" y="2559584"/>
                </a:lnTo>
                <a:lnTo>
                  <a:pt x="7539028" y="2592638"/>
                </a:lnTo>
                <a:lnTo>
                  <a:pt x="7505974" y="2623474"/>
                </a:lnTo>
                <a:lnTo>
                  <a:pt x="7470829" y="2651968"/>
                </a:lnTo>
                <a:lnTo>
                  <a:pt x="7433717" y="2677995"/>
                </a:lnTo>
                <a:lnTo>
                  <a:pt x="7394763" y="2701428"/>
                </a:lnTo>
                <a:lnTo>
                  <a:pt x="7354093" y="2722143"/>
                </a:lnTo>
                <a:lnTo>
                  <a:pt x="7311831" y="2740015"/>
                </a:lnTo>
                <a:lnTo>
                  <a:pt x="7268105" y="2754919"/>
                </a:lnTo>
                <a:lnTo>
                  <a:pt x="7223037" y="2766728"/>
                </a:lnTo>
                <a:lnTo>
                  <a:pt x="7176754" y="2775318"/>
                </a:lnTo>
                <a:lnTo>
                  <a:pt x="7129381" y="2780564"/>
                </a:lnTo>
                <a:lnTo>
                  <a:pt x="7109387" y="2781299"/>
                </a:lnTo>
              </a:path>
              <a:path w="7724775" h="2781300">
                <a:moveTo>
                  <a:pt x="619405" y="2781299"/>
                </a:moveTo>
                <a:lnTo>
                  <a:pt x="552037" y="2775318"/>
                </a:lnTo>
                <a:lnTo>
                  <a:pt x="505754" y="2766728"/>
                </a:lnTo>
                <a:lnTo>
                  <a:pt x="460687" y="2754919"/>
                </a:lnTo>
                <a:lnTo>
                  <a:pt x="416960" y="2740015"/>
                </a:lnTo>
                <a:lnTo>
                  <a:pt x="374699" y="2722143"/>
                </a:lnTo>
                <a:lnTo>
                  <a:pt x="334029" y="2701428"/>
                </a:lnTo>
                <a:lnTo>
                  <a:pt x="295075" y="2677995"/>
                </a:lnTo>
                <a:lnTo>
                  <a:pt x="257963" y="2651968"/>
                </a:lnTo>
                <a:lnTo>
                  <a:pt x="222817" y="2623474"/>
                </a:lnTo>
                <a:lnTo>
                  <a:pt x="189763" y="2592638"/>
                </a:lnTo>
                <a:lnTo>
                  <a:pt x="158927" y="2559584"/>
                </a:lnTo>
                <a:lnTo>
                  <a:pt x="130433" y="2524438"/>
                </a:lnTo>
                <a:lnTo>
                  <a:pt x="104406" y="2487326"/>
                </a:lnTo>
                <a:lnTo>
                  <a:pt x="80973" y="2448372"/>
                </a:lnTo>
                <a:lnTo>
                  <a:pt x="60258" y="2407702"/>
                </a:lnTo>
                <a:lnTo>
                  <a:pt x="42386" y="2365441"/>
                </a:lnTo>
                <a:lnTo>
                  <a:pt x="27483" y="2321714"/>
                </a:lnTo>
                <a:lnTo>
                  <a:pt x="15673" y="2276647"/>
                </a:lnTo>
                <a:lnTo>
                  <a:pt x="7083" y="2230364"/>
                </a:lnTo>
                <a:lnTo>
                  <a:pt x="1837" y="2182991"/>
                </a:lnTo>
                <a:lnTo>
                  <a:pt x="0" y="2134653"/>
                </a:lnTo>
                <a:lnTo>
                  <a:pt x="0" y="647685"/>
                </a:lnTo>
                <a:lnTo>
                  <a:pt x="1837" y="599349"/>
                </a:lnTo>
                <a:lnTo>
                  <a:pt x="7083" y="551977"/>
                </a:lnTo>
                <a:lnTo>
                  <a:pt x="15673" y="505694"/>
                </a:lnTo>
                <a:lnTo>
                  <a:pt x="27483" y="460626"/>
                </a:lnTo>
                <a:lnTo>
                  <a:pt x="42386" y="416899"/>
                </a:lnTo>
                <a:lnTo>
                  <a:pt x="60258" y="374638"/>
                </a:lnTo>
                <a:lnTo>
                  <a:pt x="80973" y="333968"/>
                </a:lnTo>
                <a:lnTo>
                  <a:pt x="104407" y="295014"/>
                </a:lnTo>
                <a:lnTo>
                  <a:pt x="130433" y="257902"/>
                </a:lnTo>
                <a:lnTo>
                  <a:pt x="158927" y="222756"/>
                </a:lnTo>
                <a:lnTo>
                  <a:pt x="189763" y="189703"/>
                </a:lnTo>
                <a:lnTo>
                  <a:pt x="222817" y="158866"/>
                </a:lnTo>
                <a:lnTo>
                  <a:pt x="257963" y="130372"/>
                </a:lnTo>
                <a:lnTo>
                  <a:pt x="295075" y="104346"/>
                </a:lnTo>
                <a:lnTo>
                  <a:pt x="334029" y="80913"/>
                </a:lnTo>
                <a:lnTo>
                  <a:pt x="374699" y="60197"/>
                </a:lnTo>
                <a:lnTo>
                  <a:pt x="416960" y="42325"/>
                </a:lnTo>
                <a:lnTo>
                  <a:pt x="460687" y="27422"/>
                </a:lnTo>
                <a:lnTo>
                  <a:pt x="505754" y="15612"/>
                </a:lnTo>
                <a:lnTo>
                  <a:pt x="552037" y="7022"/>
                </a:lnTo>
                <a:lnTo>
                  <a:pt x="599410" y="1776"/>
                </a:lnTo>
                <a:lnTo>
                  <a:pt x="647748" y="0"/>
                </a:lnTo>
                <a:lnTo>
                  <a:pt x="7081044" y="0"/>
                </a:lnTo>
                <a:lnTo>
                  <a:pt x="7129381" y="1776"/>
                </a:lnTo>
                <a:lnTo>
                  <a:pt x="7176754" y="7022"/>
                </a:lnTo>
                <a:lnTo>
                  <a:pt x="7223037" y="15612"/>
                </a:lnTo>
                <a:lnTo>
                  <a:pt x="7268105" y="27422"/>
                </a:lnTo>
                <a:lnTo>
                  <a:pt x="7311831" y="42325"/>
                </a:lnTo>
                <a:lnTo>
                  <a:pt x="7354093" y="60197"/>
                </a:lnTo>
                <a:lnTo>
                  <a:pt x="7394763" y="80912"/>
                </a:lnTo>
                <a:lnTo>
                  <a:pt x="7433716" y="104346"/>
                </a:lnTo>
                <a:lnTo>
                  <a:pt x="7470829" y="130372"/>
                </a:lnTo>
                <a:lnTo>
                  <a:pt x="7505974" y="158866"/>
                </a:lnTo>
                <a:lnTo>
                  <a:pt x="7539028" y="189703"/>
                </a:lnTo>
                <a:lnTo>
                  <a:pt x="7569864" y="222756"/>
                </a:lnTo>
                <a:lnTo>
                  <a:pt x="7598358" y="257902"/>
                </a:lnTo>
                <a:lnTo>
                  <a:pt x="7624385" y="295014"/>
                </a:lnTo>
                <a:lnTo>
                  <a:pt x="7647818" y="333968"/>
                </a:lnTo>
                <a:lnTo>
                  <a:pt x="7668534" y="374638"/>
                </a:lnTo>
                <a:lnTo>
                  <a:pt x="7686406" y="416899"/>
                </a:lnTo>
                <a:lnTo>
                  <a:pt x="7701309" y="460626"/>
                </a:lnTo>
                <a:lnTo>
                  <a:pt x="7713118" y="505694"/>
                </a:lnTo>
                <a:lnTo>
                  <a:pt x="7721709" y="551976"/>
                </a:lnTo>
                <a:lnTo>
                  <a:pt x="7724774" y="579655"/>
                </a:lnTo>
              </a:path>
            </a:pathLst>
          </a:custGeom>
          <a:ln w="38099">
            <a:solidFill>
              <a:srgbClr val="85AA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1437747" y="3173510"/>
            <a:ext cx="7288530" cy="1225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5295" marR="5080" indent="-443230">
              <a:lnSpc>
                <a:spcPct val="131300"/>
              </a:lnSpc>
              <a:spcBef>
                <a:spcPts val="95"/>
              </a:spcBef>
            </a:pPr>
            <a:r>
              <a:rPr dirty="0" sz="3000" spc="275" b="1">
                <a:latin typeface="Trebuchet MS"/>
                <a:cs typeface="Trebuchet MS"/>
              </a:rPr>
              <a:t>ML-</a:t>
            </a:r>
            <a:r>
              <a:rPr dirty="0" sz="3000" spc="175" b="1">
                <a:latin typeface="Trebuchet MS"/>
                <a:cs typeface="Trebuchet MS"/>
              </a:rPr>
              <a:t>Based</a:t>
            </a:r>
            <a:r>
              <a:rPr dirty="0" sz="3000" spc="-200" b="1">
                <a:latin typeface="Trebuchet MS"/>
                <a:cs typeface="Trebuchet MS"/>
              </a:rPr>
              <a:t> </a:t>
            </a:r>
            <a:r>
              <a:rPr dirty="0" sz="3000" spc="80" b="1">
                <a:latin typeface="Trebuchet MS"/>
                <a:cs typeface="Trebuchet MS"/>
              </a:rPr>
              <a:t>Stuttering</a:t>
            </a:r>
            <a:r>
              <a:rPr dirty="0" sz="3000" spc="-200" b="1">
                <a:latin typeface="Trebuchet MS"/>
                <a:cs typeface="Trebuchet MS"/>
              </a:rPr>
              <a:t> </a:t>
            </a:r>
            <a:r>
              <a:rPr dirty="0" sz="3000" spc="155" b="1">
                <a:latin typeface="Trebuchet MS"/>
                <a:cs typeface="Trebuchet MS"/>
              </a:rPr>
              <a:t>Speech</a:t>
            </a:r>
            <a:r>
              <a:rPr dirty="0" sz="3000" spc="-200" b="1">
                <a:latin typeface="Trebuchet MS"/>
                <a:cs typeface="Trebuchet MS"/>
              </a:rPr>
              <a:t> </a:t>
            </a:r>
            <a:r>
              <a:rPr dirty="0" sz="3000" spc="95" b="1">
                <a:latin typeface="Trebuchet MS"/>
                <a:cs typeface="Trebuchet MS"/>
              </a:rPr>
              <a:t>Classifier </a:t>
            </a:r>
            <a:r>
              <a:rPr dirty="0" sz="3000" spc="170" b="1">
                <a:solidFill>
                  <a:srgbClr val="1A40A6"/>
                </a:solidFill>
                <a:latin typeface="Trebuchet MS"/>
                <a:cs typeface="Trebuchet MS"/>
              </a:rPr>
              <a:t>IT22565044</a:t>
            </a:r>
            <a:r>
              <a:rPr dirty="0" sz="3000" spc="-195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295" b="1">
                <a:solidFill>
                  <a:srgbClr val="1A40A6"/>
                </a:solidFill>
                <a:latin typeface="Trebuchet MS"/>
                <a:cs typeface="Trebuchet MS"/>
              </a:rPr>
              <a:t>-</a:t>
            </a:r>
            <a:r>
              <a:rPr dirty="0" sz="3000" spc="-195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120" b="1">
                <a:solidFill>
                  <a:srgbClr val="1A40A6"/>
                </a:solidFill>
                <a:latin typeface="Trebuchet MS"/>
                <a:cs typeface="Trebuchet MS"/>
              </a:rPr>
              <a:t>Chithakshana</a:t>
            </a:r>
            <a:r>
              <a:rPr dirty="0" sz="3000" spc="-195" b="1">
                <a:solidFill>
                  <a:srgbClr val="1A40A6"/>
                </a:solidFill>
                <a:latin typeface="Trebuchet MS"/>
                <a:cs typeface="Trebuchet MS"/>
              </a:rPr>
              <a:t> </a:t>
            </a:r>
            <a:r>
              <a:rPr dirty="0" sz="3000" spc="50" b="1">
                <a:solidFill>
                  <a:srgbClr val="1A40A6"/>
                </a:solidFill>
                <a:latin typeface="Trebuchet MS"/>
                <a:cs typeface="Trebuchet MS"/>
              </a:rPr>
              <a:t>K.P.S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19830" y="8049793"/>
            <a:ext cx="1468755" cy="2237740"/>
          </a:xfrm>
          <a:custGeom>
            <a:avLst/>
            <a:gdLst/>
            <a:ahLst/>
            <a:cxnLst/>
            <a:rect l="l" t="t" r="r" b="b"/>
            <a:pathLst>
              <a:path w="1468755" h="2237740">
                <a:moveTo>
                  <a:pt x="1468158" y="1765414"/>
                </a:moveTo>
                <a:lnTo>
                  <a:pt x="1457490" y="1749628"/>
                </a:lnTo>
                <a:lnTo>
                  <a:pt x="1127772" y="2237206"/>
                </a:lnTo>
                <a:lnTo>
                  <a:pt x="1468158" y="2237206"/>
                </a:lnTo>
                <a:lnTo>
                  <a:pt x="1468158" y="1765414"/>
                </a:lnTo>
                <a:close/>
              </a:path>
              <a:path w="1468755" h="2237740">
                <a:moveTo>
                  <a:pt x="1468170" y="0"/>
                </a:moveTo>
                <a:lnTo>
                  <a:pt x="0" y="2237206"/>
                </a:lnTo>
                <a:lnTo>
                  <a:pt x="51714" y="2237206"/>
                </a:lnTo>
                <a:lnTo>
                  <a:pt x="1468170" y="78816"/>
                </a:lnTo>
                <a:lnTo>
                  <a:pt x="1468170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355278" y="8282825"/>
            <a:ext cx="2933065" cy="2004060"/>
          </a:xfrm>
          <a:custGeom>
            <a:avLst/>
            <a:gdLst/>
            <a:ahLst/>
            <a:cxnLst/>
            <a:rect l="l" t="t" r="r" b="b"/>
            <a:pathLst>
              <a:path w="2933065" h="2004059">
                <a:moveTo>
                  <a:pt x="745020" y="0"/>
                </a:moveTo>
                <a:lnTo>
                  <a:pt x="0" y="0"/>
                </a:lnTo>
                <a:lnTo>
                  <a:pt x="0" y="43180"/>
                </a:lnTo>
                <a:lnTo>
                  <a:pt x="0" y="2004060"/>
                </a:lnTo>
                <a:lnTo>
                  <a:pt x="43294" y="2004060"/>
                </a:lnTo>
                <a:lnTo>
                  <a:pt x="43294" y="43180"/>
                </a:lnTo>
                <a:lnTo>
                  <a:pt x="745020" y="43180"/>
                </a:lnTo>
                <a:lnTo>
                  <a:pt x="745020" y="0"/>
                </a:lnTo>
                <a:close/>
              </a:path>
              <a:path w="2933065" h="2004059">
                <a:moveTo>
                  <a:pt x="2932709" y="308610"/>
                </a:moveTo>
                <a:lnTo>
                  <a:pt x="426529" y="308610"/>
                </a:lnTo>
                <a:lnTo>
                  <a:pt x="426529" y="351790"/>
                </a:lnTo>
                <a:lnTo>
                  <a:pt x="426529" y="2004060"/>
                </a:lnTo>
                <a:lnTo>
                  <a:pt x="469823" y="2004060"/>
                </a:lnTo>
                <a:lnTo>
                  <a:pt x="469823" y="351790"/>
                </a:lnTo>
                <a:lnTo>
                  <a:pt x="2932709" y="351790"/>
                </a:lnTo>
                <a:lnTo>
                  <a:pt x="2932709" y="30861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66971" y="8833640"/>
            <a:ext cx="1908175" cy="1453515"/>
          </a:xfrm>
          <a:custGeom>
            <a:avLst/>
            <a:gdLst/>
            <a:ahLst/>
            <a:cxnLst/>
            <a:rect l="l" t="t" r="r" b="b"/>
            <a:pathLst>
              <a:path w="1908175" h="1453515">
                <a:moveTo>
                  <a:pt x="1856156" y="1453359"/>
                </a:moveTo>
                <a:lnTo>
                  <a:pt x="1907868" y="1453359"/>
                </a:lnTo>
                <a:lnTo>
                  <a:pt x="954105" y="0"/>
                </a:lnTo>
                <a:lnTo>
                  <a:pt x="953819" y="0"/>
                </a:lnTo>
                <a:lnTo>
                  <a:pt x="902240" y="78593"/>
                </a:lnTo>
                <a:lnTo>
                  <a:pt x="953962" y="78593"/>
                </a:lnTo>
                <a:lnTo>
                  <a:pt x="1856156" y="1453359"/>
                </a:lnTo>
                <a:close/>
              </a:path>
              <a:path w="1908175" h="1453515">
                <a:moveTo>
                  <a:pt x="0" y="1453359"/>
                </a:moveTo>
                <a:lnTo>
                  <a:pt x="51768" y="1453359"/>
                </a:lnTo>
                <a:lnTo>
                  <a:pt x="953962" y="78593"/>
                </a:lnTo>
                <a:lnTo>
                  <a:pt x="902240" y="78593"/>
                </a:lnTo>
                <a:lnTo>
                  <a:pt x="0" y="1453359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674450" y="9066669"/>
            <a:ext cx="3479800" cy="1220470"/>
          </a:xfrm>
          <a:custGeom>
            <a:avLst/>
            <a:gdLst/>
            <a:ahLst/>
            <a:cxnLst/>
            <a:rect l="l" t="t" r="r" b="b"/>
            <a:pathLst>
              <a:path w="3479800" h="1220470">
                <a:moveTo>
                  <a:pt x="3052813" y="308610"/>
                </a:moveTo>
                <a:lnTo>
                  <a:pt x="0" y="308610"/>
                </a:lnTo>
                <a:lnTo>
                  <a:pt x="0" y="351561"/>
                </a:lnTo>
                <a:lnTo>
                  <a:pt x="0" y="351790"/>
                </a:lnTo>
                <a:lnTo>
                  <a:pt x="0" y="1220343"/>
                </a:lnTo>
                <a:lnTo>
                  <a:pt x="43307" y="1220343"/>
                </a:lnTo>
                <a:lnTo>
                  <a:pt x="43307" y="351790"/>
                </a:lnTo>
                <a:lnTo>
                  <a:pt x="3009519" y="351790"/>
                </a:lnTo>
                <a:lnTo>
                  <a:pt x="3009519" y="1220470"/>
                </a:lnTo>
                <a:lnTo>
                  <a:pt x="3052813" y="1220470"/>
                </a:lnTo>
                <a:lnTo>
                  <a:pt x="3052813" y="351790"/>
                </a:lnTo>
                <a:lnTo>
                  <a:pt x="3052813" y="308610"/>
                </a:lnTo>
                <a:close/>
              </a:path>
              <a:path w="3479800" h="1220470">
                <a:moveTo>
                  <a:pt x="3479342" y="0"/>
                </a:moveTo>
                <a:lnTo>
                  <a:pt x="2734322" y="0"/>
                </a:lnTo>
                <a:lnTo>
                  <a:pt x="2734322" y="43180"/>
                </a:lnTo>
                <a:lnTo>
                  <a:pt x="3436035" y="43180"/>
                </a:lnTo>
                <a:lnTo>
                  <a:pt x="3436035" y="1220470"/>
                </a:lnTo>
                <a:lnTo>
                  <a:pt x="3479342" y="1220470"/>
                </a:lnTo>
                <a:lnTo>
                  <a:pt x="3479342" y="43180"/>
                </a:lnTo>
                <a:lnTo>
                  <a:pt x="347934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807" y="4579558"/>
            <a:ext cx="16040099" cy="138112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107592" y="2154205"/>
            <a:ext cx="6648450" cy="1482725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715"/>
              </a:spcBef>
            </a:pPr>
            <a:r>
              <a:rPr dirty="0" sz="5000" spc="409"/>
              <a:t>IT22565044</a:t>
            </a:r>
            <a:r>
              <a:rPr dirty="0" sz="5000" spc="-135"/>
              <a:t> </a:t>
            </a:r>
            <a:r>
              <a:rPr dirty="0" sz="5000" spc="-1580"/>
              <a:t>|</a:t>
            </a:r>
            <a:r>
              <a:rPr dirty="0" sz="5000" spc="-130"/>
              <a:t> </a:t>
            </a:r>
            <a:r>
              <a:rPr dirty="0" sz="5000" spc="265"/>
              <a:t>K.P.S. </a:t>
            </a:r>
            <a:r>
              <a:rPr dirty="0" sz="5000" spc="520"/>
              <a:t>CHITHAKSHANA</a:t>
            </a:r>
            <a:endParaRPr sz="5000"/>
          </a:p>
        </p:txBody>
      </p:sp>
      <p:sp>
        <p:nvSpPr>
          <p:cNvPr id="8" name="object 8"/>
          <p:cNvSpPr txBox="1"/>
          <p:nvPr/>
        </p:nvSpPr>
        <p:spPr>
          <a:xfrm>
            <a:off x="1107592" y="7528452"/>
            <a:ext cx="75692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50" b="1">
                <a:solidFill>
                  <a:srgbClr val="033358"/>
                </a:solidFill>
                <a:latin typeface="Trebuchet MS"/>
                <a:cs typeface="Trebuchet MS"/>
              </a:rPr>
              <a:t>Specialized</a:t>
            </a:r>
            <a:r>
              <a:rPr dirty="0" sz="30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95" b="1">
                <a:solidFill>
                  <a:srgbClr val="033358"/>
                </a:solidFill>
                <a:latin typeface="Trebuchet MS"/>
                <a:cs typeface="Trebuchet MS"/>
              </a:rPr>
              <a:t>in</a:t>
            </a:r>
            <a:r>
              <a:rPr dirty="0" sz="30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180" b="1">
                <a:solidFill>
                  <a:srgbClr val="033358"/>
                </a:solidFill>
                <a:latin typeface="Trebuchet MS"/>
                <a:cs typeface="Trebuchet MS"/>
              </a:rPr>
              <a:t>Information</a:t>
            </a:r>
            <a:r>
              <a:rPr dirty="0" sz="30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160" b="1">
                <a:solidFill>
                  <a:srgbClr val="033358"/>
                </a:solidFill>
                <a:latin typeface="Trebuchet MS"/>
                <a:cs typeface="Trebuchet MS"/>
              </a:rPr>
              <a:t>Technology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1236" y="9449625"/>
            <a:ext cx="86658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60" b="1">
                <a:solidFill>
                  <a:srgbClr val="033358"/>
                </a:solidFill>
                <a:latin typeface="Trebuchet MS"/>
                <a:cs typeface="Trebuchet MS"/>
              </a:rPr>
              <a:t>IT22565044</a:t>
            </a:r>
            <a:r>
              <a:rPr dirty="0" sz="2800" spc="-6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033358"/>
                </a:solidFill>
                <a:latin typeface="Trebuchet MS"/>
                <a:cs typeface="Trebuchet MS"/>
              </a:rPr>
              <a:t>K.P.S.Chithakshana|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25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26J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5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70" b="1">
                <a:solidFill>
                  <a:srgbClr val="033358"/>
                </a:solidFill>
                <a:latin typeface="Trebuchet MS"/>
                <a:cs typeface="Trebuchet MS"/>
              </a:rPr>
              <a:t>383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55033" y="4886426"/>
            <a:ext cx="1089215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350" b="1">
                <a:solidFill>
                  <a:srgbClr val="FFFFFF"/>
                </a:solidFill>
                <a:latin typeface="Trebuchet MS"/>
                <a:cs typeface="Trebuchet MS"/>
              </a:rPr>
              <a:t>ML-</a:t>
            </a:r>
            <a:r>
              <a:rPr dirty="0" sz="4500" spc="275" b="1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4500" spc="-2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120" b="1">
                <a:solidFill>
                  <a:srgbClr val="FFFFFF"/>
                </a:solidFill>
                <a:latin typeface="Trebuchet MS"/>
                <a:cs typeface="Trebuchet MS"/>
              </a:rPr>
              <a:t>Stuttering</a:t>
            </a:r>
            <a:r>
              <a:rPr dirty="0" sz="4500" spc="-2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240" b="1">
                <a:solidFill>
                  <a:srgbClr val="FFFFFF"/>
                </a:solidFill>
                <a:latin typeface="Trebuchet MS"/>
                <a:cs typeface="Trebuchet MS"/>
              </a:rPr>
              <a:t>Speech</a:t>
            </a:r>
            <a:r>
              <a:rPr dirty="0" sz="4500" spc="-2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170" b="1">
                <a:solidFill>
                  <a:srgbClr val="FFFFFF"/>
                </a:solidFill>
                <a:latin typeface="Trebuchet MS"/>
                <a:cs typeface="Trebuchet MS"/>
              </a:rPr>
              <a:t>Classifier</a:t>
            </a:r>
            <a:endParaRPr sz="45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98109" y="0"/>
            <a:ext cx="4789890" cy="45815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72955"/>
            <a:ext cx="2437765" cy="3714115"/>
            <a:chOff x="0" y="6572955"/>
            <a:chExt cx="2437765" cy="3714115"/>
          </a:xfrm>
        </p:grpSpPr>
        <p:sp>
          <p:nvSpPr>
            <p:cNvPr id="3" name="object 3"/>
            <p:cNvSpPr/>
            <p:nvPr/>
          </p:nvSpPr>
          <p:spPr>
            <a:xfrm>
              <a:off x="0" y="6572961"/>
              <a:ext cx="2437765" cy="3714115"/>
            </a:xfrm>
            <a:custGeom>
              <a:avLst/>
              <a:gdLst/>
              <a:ahLst/>
              <a:cxnLst/>
              <a:rect l="l" t="t" r="r" b="b"/>
              <a:pathLst>
                <a:path w="2437765" h="3714115">
                  <a:moveTo>
                    <a:pt x="1466875" y="3714051"/>
                  </a:moveTo>
                  <a:lnTo>
                    <a:pt x="0" y="1544777"/>
                  </a:lnTo>
                  <a:lnTo>
                    <a:pt x="0" y="3714051"/>
                  </a:lnTo>
                  <a:lnTo>
                    <a:pt x="1466875" y="3714051"/>
                  </a:lnTo>
                  <a:close/>
                </a:path>
                <a:path w="2437765" h="3714115">
                  <a:moveTo>
                    <a:pt x="2437473" y="3714051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391499" y="3714051"/>
                  </a:lnTo>
                  <a:lnTo>
                    <a:pt x="2437473" y="3714051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8820080"/>
              <a:ext cx="35560" cy="38735"/>
            </a:xfrm>
            <a:custGeom>
              <a:avLst/>
              <a:gdLst/>
              <a:ahLst/>
              <a:cxnLst/>
              <a:rect l="l" t="t" r="r" b="b"/>
              <a:pathLst>
                <a:path w="35560" h="38734">
                  <a:moveTo>
                    <a:pt x="34991" y="38360"/>
                  </a:moveTo>
                  <a:lnTo>
                    <a:pt x="0" y="38360"/>
                  </a:lnTo>
                  <a:lnTo>
                    <a:pt x="0" y="0"/>
                  </a:lnTo>
                  <a:lnTo>
                    <a:pt x="34991" y="0"/>
                  </a:lnTo>
                  <a:lnTo>
                    <a:pt x="34991" y="3836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388569"/>
            <a:ext cx="48895" cy="2167890"/>
          </a:xfrm>
          <a:custGeom>
            <a:avLst/>
            <a:gdLst/>
            <a:ahLst/>
            <a:cxnLst/>
            <a:rect l="l" t="t" r="r" b="b"/>
            <a:pathLst>
              <a:path w="48895" h="2167890">
                <a:moveTo>
                  <a:pt x="48412" y="0"/>
                </a:moveTo>
                <a:lnTo>
                  <a:pt x="0" y="0"/>
                </a:lnTo>
                <a:lnTo>
                  <a:pt x="0" y="38100"/>
                </a:lnTo>
                <a:lnTo>
                  <a:pt x="10045" y="38100"/>
                </a:lnTo>
                <a:lnTo>
                  <a:pt x="10045" y="2129790"/>
                </a:lnTo>
                <a:lnTo>
                  <a:pt x="0" y="2129790"/>
                </a:lnTo>
                <a:lnTo>
                  <a:pt x="0" y="2167890"/>
                </a:lnTo>
                <a:lnTo>
                  <a:pt x="48412" y="2167890"/>
                </a:lnTo>
                <a:lnTo>
                  <a:pt x="48412" y="2129790"/>
                </a:lnTo>
                <a:lnTo>
                  <a:pt x="48412" y="38100"/>
                </a:lnTo>
                <a:lnTo>
                  <a:pt x="4841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81619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19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19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32083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71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71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2547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19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19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3010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71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71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8419" y="10033237"/>
            <a:ext cx="168020" cy="1680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883" y="10033237"/>
            <a:ext cx="168020" cy="1680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346" y="10033237"/>
            <a:ext cx="168020" cy="16802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016" y="10033237"/>
            <a:ext cx="158813" cy="1680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883" y="9783701"/>
            <a:ext cx="168020" cy="16802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8419" y="9783701"/>
            <a:ext cx="168020" cy="1680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46" y="9783701"/>
            <a:ext cx="168020" cy="1680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016" y="9783701"/>
            <a:ext cx="158813" cy="1680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8419" y="9534164"/>
            <a:ext cx="168020" cy="16802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883" y="9534164"/>
            <a:ext cx="168020" cy="1680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46" y="9534164"/>
            <a:ext cx="168020" cy="16802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016" y="9534164"/>
            <a:ext cx="158813" cy="16802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8419" y="9284628"/>
            <a:ext cx="168020" cy="16802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8883" y="9284628"/>
            <a:ext cx="168020" cy="16802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9346" y="9284628"/>
            <a:ext cx="168020" cy="16802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016" y="9284627"/>
            <a:ext cx="158813" cy="16802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8419" y="9044106"/>
            <a:ext cx="168020" cy="15900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68883" y="9044106"/>
            <a:ext cx="168020" cy="15900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9346" y="9044106"/>
            <a:ext cx="168020" cy="15900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9016" y="9044106"/>
            <a:ext cx="158813" cy="15900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14742002" y="0"/>
            <a:ext cx="3546475" cy="5402580"/>
            <a:chOff x="14742002" y="0"/>
            <a:chExt cx="3546475" cy="5402580"/>
          </a:xfrm>
        </p:grpSpPr>
        <p:sp>
          <p:nvSpPr>
            <p:cNvPr id="31" name="object 31"/>
            <p:cNvSpPr/>
            <p:nvPr/>
          </p:nvSpPr>
          <p:spPr>
            <a:xfrm>
              <a:off x="14741994" y="0"/>
              <a:ext cx="3546475" cy="5402580"/>
            </a:xfrm>
            <a:custGeom>
              <a:avLst/>
              <a:gdLst/>
              <a:ahLst/>
              <a:cxnLst/>
              <a:rect l="l" t="t" r="r" b="b"/>
              <a:pathLst>
                <a:path w="3546475" h="5402580">
                  <a:moveTo>
                    <a:pt x="3545903" y="5323598"/>
                  </a:moveTo>
                  <a:lnTo>
                    <a:pt x="3545713" y="5323878"/>
                  </a:lnTo>
                  <a:lnTo>
                    <a:pt x="51904" y="0"/>
                  </a:lnTo>
                  <a:lnTo>
                    <a:pt x="0" y="0"/>
                  </a:lnTo>
                  <a:lnTo>
                    <a:pt x="3493986" y="5323878"/>
                  </a:lnTo>
                  <a:lnTo>
                    <a:pt x="3545573" y="5402478"/>
                  </a:lnTo>
                  <a:lnTo>
                    <a:pt x="3545903" y="5402478"/>
                  </a:lnTo>
                  <a:lnTo>
                    <a:pt x="3545903" y="5323598"/>
                  </a:lnTo>
                  <a:close/>
                </a:path>
                <a:path w="3546475" h="5402580">
                  <a:moveTo>
                    <a:pt x="3546005" y="0"/>
                  </a:moveTo>
                  <a:lnTo>
                    <a:pt x="1086446" y="0"/>
                  </a:lnTo>
                  <a:lnTo>
                    <a:pt x="3546005" y="3637267"/>
                  </a:lnTo>
                  <a:lnTo>
                    <a:pt x="354600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7741226" y="2073401"/>
              <a:ext cx="547370" cy="2787650"/>
            </a:xfrm>
            <a:custGeom>
              <a:avLst/>
              <a:gdLst/>
              <a:ahLst/>
              <a:cxnLst/>
              <a:rect l="l" t="t" r="r" b="b"/>
              <a:pathLst>
                <a:path w="547369" h="2787650">
                  <a:moveTo>
                    <a:pt x="546773" y="341414"/>
                  </a:moveTo>
                  <a:lnTo>
                    <a:pt x="0" y="341414"/>
                  </a:lnTo>
                  <a:lnTo>
                    <a:pt x="0" y="384594"/>
                  </a:lnTo>
                  <a:lnTo>
                    <a:pt x="0" y="2744254"/>
                  </a:lnTo>
                  <a:lnTo>
                    <a:pt x="0" y="2787434"/>
                  </a:lnTo>
                  <a:lnTo>
                    <a:pt x="546773" y="2787434"/>
                  </a:lnTo>
                  <a:lnTo>
                    <a:pt x="546773" y="2744254"/>
                  </a:lnTo>
                  <a:lnTo>
                    <a:pt x="43307" y="2744254"/>
                  </a:lnTo>
                  <a:lnTo>
                    <a:pt x="43307" y="384594"/>
                  </a:lnTo>
                  <a:lnTo>
                    <a:pt x="546773" y="384594"/>
                  </a:lnTo>
                  <a:lnTo>
                    <a:pt x="546773" y="341414"/>
                  </a:lnTo>
                  <a:close/>
                </a:path>
                <a:path w="547369" h="2787650">
                  <a:moveTo>
                    <a:pt x="546773" y="0"/>
                  </a:moveTo>
                  <a:lnTo>
                    <a:pt x="15163" y="0"/>
                  </a:lnTo>
                  <a:lnTo>
                    <a:pt x="15163" y="43294"/>
                  </a:lnTo>
                  <a:lnTo>
                    <a:pt x="546773" y="43294"/>
                  </a:lnTo>
                  <a:lnTo>
                    <a:pt x="546773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851" y="275911"/>
              <a:ext cx="189664" cy="18966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2532" y="275911"/>
              <a:ext cx="189664" cy="1896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94214" y="275911"/>
              <a:ext cx="189664" cy="1896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30851" y="557592"/>
              <a:ext cx="189664" cy="1896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75897" y="275910"/>
              <a:ext cx="179271" cy="1896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512532" y="557592"/>
              <a:ext cx="189664" cy="1896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794214" y="557592"/>
              <a:ext cx="189664" cy="18966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075897" y="557592"/>
              <a:ext cx="179271" cy="1896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839273"/>
              <a:ext cx="189664" cy="1896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839273"/>
              <a:ext cx="189664" cy="1896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839273"/>
              <a:ext cx="189664" cy="1896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839273"/>
              <a:ext cx="179271" cy="18966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120955"/>
              <a:ext cx="189664" cy="18966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120955"/>
              <a:ext cx="189664" cy="1896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120955"/>
              <a:ext cx="189664" cy="18966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120955"/>
              <a:ext cx="179271" cy="18966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402636"/>
              <a:ext cx="189664" cy="1896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402636"/>
              <a:ext cx="189664" cy="1896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402636"/>
              <a:ext cx="189664" cy="18966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402636"/>
              <a:ext cx="179271" cy="18966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30852" y="1684318"/>
              <a:ext cx="189664" cy="1794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12533" y="1684318"/>
              <a:ext cx="189664" cy="1794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94215" y="1684318"/>
              <a:ext cx="189664" cy="17948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075897" y="1684318"/>
              <a:ext cx="179271" cy="179488"/>
            </a:xfrm>
            <a:prstGeom prst="rect">
              <a:avLst/>
            </a:prstGeom>
          </p:spPr>
        </p:pic>
      </p:grpSp>
      <p:sp>
        <p:nvSpPr>
          <p:cNvPr id="57" name="object 57"/>
          <p:cNvSpPr/>
          <p:nvPr/>
        </p:nvSpPr>
        <p:spPr>
          <a:xfrm>
            <a:off x="17415571" y="8957580"/>
            <a:ext cx="872490" cy="1329690"/>
          </a:xfrm>
          <a:custGeom>
            <a:avLst/>
            <a:gdLst/>
            <a:ahLst/>
            <a:cxnLst/>
            <a:rect l="l" t="t" r="r" b="b"/>
            <a:pathLst>
              <a:path w="872490" h="1329690">
                <a:moveTo>
                  <a:pt x="44094" y="1329419"/>
                </a:moveTo>
                <a:lnTo>
                  <a:pt x="0" y="1329419"/>
                </a:lnTo>
                <a:lnTo>
                  <a:pt x="872428" y="0"/>
                </a:lnTo>
                <a:lnTo>
                  <a:pt x="872428" y="67200"/>
                </a:lnTo>
                <a:lnTo>
                  <a:pt x="44094" y="1329419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6636708" y="7861642"/>
            <a:ext cx="1651635" cy="2425700"/>
          </a:xfrm>
          <a:custGeom>
            <a:avLst/>
            <a:gdLst/>
            <a:ahLst/>
            <a:cxnLst/>
            <a:rect l="l" t="t" r="r" b="b"/>
            <a:pathLst>
              <a:path w="1651634" h="2425700">
                <a:moveTo>
                  <a:pt x="635355" y="0"/>
                </a:moveTo>
                <a:lnTo>
                  <a:pt x="0" y="0"/>
                </a:lnTo>
                <a:lnTo>
                  <a:pt x="0" y="36830"/>
                </a:lnTo>
                <a:lnTo>
                  <a:pt x="0" y="2425700"/>
                </a:lnTo>
                <a:lnTo>
                  <a:pt x="36918" y="2425700"/>
                </a:lnTo>
                <a:lnTo>
                  <a:pt x="36918" y="36830"/>
                </a:lnTo>
                <a:lnTo>
                  <a:pt x="635355" y="36830"/>
                </a:lnTo>
                <a:lnTo>
                  <a:pt x="635355" y="0"/>
                </a:lnTo>
                <a:close/>
              </a:path>
              <a:path w="1651634" h="2425700">
                <a:moveTo>
                  <a:pt x="1651279" y="262890"/>
                </a:moveTo>
                <a:lnTo>
                  <a:pt x="363740" y="262890"/>
                </a:lnTo>
                <a:lnTo>
                  <a:pt x="363740" y="299720"/>
                </a:lnTo>
                <a:lnTo>
                  <a:pt x="363740" y="2312670"/>
                </a:lnTo>
                <a:lnTo>
                  <a:pt x="363740" y="2349500"/>
                </a:lnTo>
                <a:lnTo>
                  <a:pt x="1651279" y="2349500"/>
                </a:lnTo>
                <a:lnTo>
                  <a:pt x="1651279" y="2312670"/>
                </a:lnTo>
                <a:lnTo>
                  <a:pt x="400672" y="2312670"/>
                </a:lnTo>
                <a:lnTo>
                  <a:pt x="400672" y="299720"/>
                </a:lnTo>
                <a:lnTo>
                  <a:pt x="1651279" y="299720"/>
                </a:lnTo>
                <a:lnTo>
                  <a:pt x="1651279" y="26289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/>
          <p:cNvGrpSpPr/>
          <p:nvPr/>
        </p:nvGrpSpPr>
        <p:grpSpPr>
          <a:xfrm>
            <a:off x="0" y="0"/>
            <a:ext cx="2237105" cy="2589530"/>
            <a:chOff x="0" y="0"/>
            <a:chExt cx="2237105" cy="2589530"/>
          </a:xfrm>
        </p:grpSpPr>
        <p:sp>
          <p:nvSpPr>
            <p:cNvPr id="60" name="object 60"/>
            <p:cNvSpPr/>
            <p:nvPr/>
          </p:nvSpPr>
          <p:spPr>
            <a:xfrm>
              <a:off x="0" y="11"/>
              <a:ext cx="1699260" cy="2589530"/>
            </a:xfrm>
            <a:custGeom>
              <a:avLst/>
              <a:gdLst/>
              <a:ahLst/>
              <a:cxnLst/>
              <a:rect l="l" t="t" r="r" b="b"/>
              <a:pathLst>
                <a:path w="1699260" h="2589530">
                  <a:moveTo>
                    <a:pt x="831646" y="0"/>
                  </a:moveTo>
                  <a:lnTo>
                    <a:pt x="0" y="0"/>
                  </a:lnTo>
                  <a:lnTo>
                    <a:pt x="0" y="1229855"/>
                  </a:lnTo>
                  <a:lnTo>
                    <a:pt x="831646" y="0"/>
                  </a:lnTo>
                  <a:close/>
                </a:path>
                <a:path w="1699260" h="2589530">
                  <a:moveTo>
                    <a:pt x="1699094" y="0"/>
                  </a:moveTo>
                  <a:lnTo>
                    <a:pt x="1658467" y="0"/>
                  </a:lnTo>
                  <a:lnTo>
                    <a:pt x="0" y="2527185"/>
                  </a:lnTo>
                  <a:lnTo>
                    <a:pt x="0" y="2589098"/>
                  </a:lnTo>
                  <a:lnTo>
                    <a:pt x="1699094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0" y="76554"/>
              <a:ext cx="2237105" cy="2432050"/>
            </a:xfrm>
            <a:custGeom>
              <a:avLst/>
              <a:gdLst/>
              <a:ahLst/>
              <a:cxnLst/>
              <a:rect l="l" t="t" r="r" b="b"/>
              <a:pathLst>
                <a:path w="2237105" h="2432050">
                  <a:moveTo>
                    <a:pt x="1901812" y="267970"/>
                  </a:moveTo>
                  <a:lnTo>
                    <a:pt x="0" y="267970"/>
                  </a:lnTo>
                  <a:lnTo>
                    <a:pt x="0" y="300990"/>
                  </a:lnTo>
                  <a:lnTo>
                    <a:pt x="1867789" y="300990"/>
                  </a:lnTo>
                  <a:lnTo>
                    <a:pt x="1867789" y="2155190"/>
                  </a:lnTo>
                  <a:lnTo>
                    <a:pt x="0" y="2155190"/>
                  </a:lnTo>
                  <a:lnTo>
                    <a:pt x="0" y="2189480"/>
                  </a:lnTo>
                  <a:lnTo>
                    <a:pt x="1901812" y="2189480"/>
                  </a:lnTo>
                  <a:lnTo>
                    <a:pt x="1901812" y="2155190"/>
                  </a:lnTo>
                  <a:lnTo>
                    <a:pt x="1901812" y="300990"/>
                  </a:lnTo>
                  <a:lnTo>
                    <a:pt x="1901812" y="267970"/>
                  </a:lnTo>
                  <a:close/>
                </a:path>
                <a:path w="2237105" h="2432050">
                  <a:moveTo>
                    <a:pt x="223694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2202916" y="33020"/>
                  </a:lnTo>
                  <a:lnTo>
                    <a:pt x="2202916" y="2397760"/>
                  </a:lnTo>
                  <a:lnTo>
                    <a:pt x="1651584" y="2397760"/>
                  </a:lnTo>
                  <a:lnTo>
                    <a:pt x="1651584" y="2432050"/>
                  </a:lnTo>
                  <a:lnTo>
                    <a:pt x="2236940" y="2432050"/>
                  </a:lnTo>
                  <a:lnTo>
                    <a:pt x="2236940" y="2397760"/>
                  </a:lnTo>
                  <a:lnTo>
                    <a:pt x="2236940" y="33020"/>
                  </a:lnTo>
                  <a:lnTo>
                    <a:pt x="223694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2139690" y="2245630"/>
            <a:ext cx="14008735" cy="7675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3100" spc="100" b="1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3100" spc="-2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100" spc="75" b="1">
                <a:solidFill>
                  <a:srgbClr val="033358"/>
                </a:solidFill>
                <a:latin typeface="Trebuchet MS"/>
                <a:cs typeface="Trebuchet MS"/>
              </a:rPr>
              <a:t>Problem</a:t>
            </a:r>
            <a:endParaRPr sz="3100">
              <a:latin typeface="Trebuchet MS"/>
              <a:cs typeface="Trebuchet MS"/>
            </a:endParaRPr>
          </a:p>
          <a:p>
            <a:pPr algn="just" marL="12700" marR="5080">
              <a:lnSpc>
                <a:spcPts val="2930"/>
              </a:lnSpc>
              <a:spcBef>
                <a:spcPts val="3035"/>
              </a:spcBef>
            </a:pP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Current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stuttering </a:t>
            </a:r>
            <a:r>
              <a:rPr dirty="0" sz="2450" spc="55">
                <a:solidFill>
                  <a:srgbClr val="033358"/>
                </a:solidFill>
                <a:latin typeface="Trebuchet MS"/>
                <a:cs typeface="Trebuchet MS"/>
              </a:rPr>
              <a:t>detection </a:t>
            </a:r>
            <a:r>
              <a:rPr dirty="0" sz="2450" spc="155">
                <a:solidFill>
                  <a:srgbClr val="033358"/>
                </a:solidFill>
                <a:latin typeface="Trebuchet MS"/>
                <a:cs typeface="Trebuchet MS"/>
              </a:rPr>
              <a:t>depends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entirely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on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manual,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in-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clinic </a:t>
            </a:r>
            <a:r>
              <a:rPr dirty="0" sz="2450" spc="175">
                <a:solidFill>
                  <a:srgbClr val="033358"/>
                </a:solidFill>
                <a:latin typeface="Trebuchet MS"/>
                <a:cs typeface="Trebuchet MS"/>
              </a:rPr>
              <a:t>assessments </a:t>
            </a:r>
            <a:r>
              <a:rPr dirty="0" sz="2450" spc="170">
                <a:solidFill>
                  <a:srgbClr val="033358"/>
                </a:solidFill>
                <a:latin typeface="Trebuchet MS"/>
                <a:cs typeface="Trebuchet MS"/>
              </a:rPr>
              <a:t>by </a:t>
            </a:r>
            <a:r>
              <a:rPr dirty="0" sz="2450" spc="155">
                <a:solidFill>
                  <a:srgbClr val="033358"/>
                </a:solidFill>
                <a:latin typeface="Trebuchet MS"/>
                <a:cs typeface="Trebuchet MS"/>
              </a:rPr>
              <a:t>speech-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language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pathologists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8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0">
                <a:solidFill>
                  <a:srgbClr val="033358"/>
                </a:solidFill>
                <a:latin typeface="Trebuchet MS"/>
                <a:cs typeface="Trebuchet MS"/>
              </a:rPr>
              <a:t>which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are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time-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intensive,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subjective,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 and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inaccessible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to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children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-25">
                <a:solidFill>
                  <a:srgbClr val="033358"/>
                </a:solidFill>
                <a:latin typeface="Trebuchet MS"/>
                <a:cs typeface="Trebuchet MS"/>
              </a:rPr>
              <a:t>in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rural</a:t>
            </a:r>
            <a:r>
              <a:rPr dirty="0" sz="2450" spc="4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under-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resourced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areas.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Existing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automated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tools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45">
                <a:solidFill>
                  <a:srgbClr val="033358"/>
                </a:solidFill>
                <a:latin typeface="Trebuchet MS"/>
                <a:cs typeface="Trebuchet MS"/>
              </a:rPr>
              <a:t>require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00">
                <a:solidFill>
                  <a:srgbClr val="033358"/>
                </a:solidFill>
                <a:latin typeface="Trebuchet MS"/>
                <a:cs typeface="Trebuchet MS"/>
              </a:rPr>
              <a:t>video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cameras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450" spc="5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visual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articulatory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tracking,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00">
                <a:solidFill>
                  <a:srgbClr val="033358"/>
                </a:solidFill>
                <a:latin typeface="Trebuchet MS"/>
                <a:cs typeface="Trebuchet MS"/>
              </a:rPr>
              <a:t>making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them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completely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impractical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for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home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  school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use.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204">
                <a:solidFill>
                  <a:srgbClr val="033358"/>
                </a:solidFill>
                <a:latin typeface="Trebuchet MS"/>
                <a:cs typeface="Trebuchet MS"/>
              </a:rPr>
              <a:t>No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available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solution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can</a:t>
            </a:r>
            <a:r>
              <a:rPr dirty="0" sz="2450" spc="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detect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subtle</a:t>
            </a:r>
            <a:r>
              <a:rPr dirty="0" sz="2450" spc="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00">
                <a:solidFill>
                  <a:srgbClr val="033358"/>
                </a:solidFill>
                <a:latin typeface="Trebuchet MS"/>
                <a:cs typeface="Trebuchet MS"/>
              </a:rPr>
              <a:t>acoustic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00">
                <a:solidFill>
                  <a:srgbClr val="033358"/>
                </a:solidFill>
                <a:latin typeface="Trebuchet MS"/>
                <a:cs typeface="Trebuchet MS"/>
              </a:rPr>
              <a:t>markers</a:t>
            </a:r>
            <a:r>
              <a:rPr dirty="0" sz="2450" spc="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of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stuttering</a:t>
            </a:r>
            <a:r>
              <a:rPr dirty="0" sz="2450" spc="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68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70">
                <a:solidFill>
                  <a:srgbClr val="033358"/>
                </a:solidFill>
                <a:latin typeface="Trebuchet MS"/>
                <a:cs typeface="Trebuchet MS"/>
              </a:rPr>
              <a:t>such</a:t>
            </a:r>
            <a:r>
              <a:rPr dirty="0" sz="2450" spc="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204">
                <a:solidFill>
                  <a:srgbClr val="033358"/>
                </a:solidFill>
                <a:latin typeface="Trebuchet MS"/>
                <a:cs typeface="Trebuchet MS"/>
              </a:rPr>
              <a:t>as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irregular 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pauses,</a:t>
            </a:r>
            <a:r>
              <a:rPr dirty="0" sz="2450" spc="3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pitch</a:t>
            </a:r>
            <a:r>
              <a:rPr dirty="0" sz="2450" spc="3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variation,</a:t>
            </a:r>
            <a:r>
              <a:rPr dirty="0" sz="2450" spc="3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65">
                <a:solidFill>
                  <a:srgbClr val="033358"/>
                </a:solidFill>
                <a:latin typeface="Trebuchet MS"/>
                <a:cs typeface="Trebuchet MS"/>
              </a:rPr>
              <a:t>sound</a:t>
            </a:r>
            <a:r>
              <a:rPr dirty="0" sz="2450" spc="3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prolongations,</a:t>
            </a:r>
            <a:r>
              <a:rPr dirty="0" sz="2450" spc="3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450" spc="3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repetition</a:t>
            </a:r>
            <a:r>
              <a:rPr dirty="0" sz="2450" spc="3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frequency</a:t>
            </a:r>
            <a:r>
              <a:rPr dirty="0" sz="2450" spc="3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8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450" spc="3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from</a:t>
            </a:r>
            <a:r>
              <a:rPr dirty="0" sz="2450" spc="3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5">
                <a:solidFill>
                  <a:srgbClr val="033358"/>
                </a:solidFill>
                <a:latin typeface="Trebuchet MS"/>
                <a:cs typeface="Trebuchet MS"/>
              </a:rPr>
              <a:t>audio</a:t>
            </a:r>
            <a:r>
              <a:rPr dirty="0" sz="2450" spc="3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alone, 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450" spc="-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none</a:t>
            </a:r>
            <a:r>
              <a:rPr dirty="0" sz="2450" spc="-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are</a:t>
            </a:r>
            <a:r>
              <a:rPr dirty="0" sz="2450" spc="-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built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for</a:t>
            </a:r>
            <a:r>
              <a:rPr dirty="0" sz="2450" spc="-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00">
                <a:solidFill>
                  <a:srgbClr val="033358"/>
                </a:solidFill>
                <a:latin typeface="Trebuchet MS"/>
                <a:cs typeface="Trebuchet MS"/>
              </a:rPr>
              <a:t>Sinhala-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speaking</a:t>
            </a:r>
            <a:r>
              <a:rPr dirty="0" sz="2450" spc="-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children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65">
                <a:solidFill>
                  <a:srgbClr val="033358"/>
                </a:solidFill>
                <a:latin typeface="Trebuchet MS"/>
                <a:cs typeface="Trebuchet MS"/>
              </a:rPr>
              <a:t>aged</a:t>
            </a:r>
            <a:r>
              <a:rPr dirty="0" sz="2450" spc="-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275">
                <a:solidFill>
                  <a:srgbClr val="033358"/>
                </a:solidFill>
                <a:latin typeface="Trebuchet MS"/>
                <a:cs typeface="Trebuchet MS"/>
              </a:rPr>
              <a:t>5–</a:t>
            </a:r>
            <a:r>
              <a:rPr dirty="0" sz="2450" spc="-25">
                <a:solidFill>
                  <a:srgbClr val="033358"/>
                </a:solidFill>
                <a:latin typeface="Trebuchet MS"/>
                <a:cs typeface="Trebuchet MS"/>
              </a:rPr>
              <a:t>10.</a:t>
            </a:r>
            <a:endParaRPr sz="2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2735"/>
              </a:spcBef>
            </a:pPr>
            <a:r>
              <a:rPr dirty="0" sz="3100" spc="150" b="1">
                <a:solidFill>
                  <a:srgbClr val="033358"/>
                </a:solidFill>
                <a:latin typeface="Trebuchet MS"/>
                <a:cs typeface="Trebuchet MS"/>
              </a:rPr>
              <a:t>Core</a:t>
            </a:r>
            <a:r>
              <a:rPr dirty="0" sz="3100" spc="-20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100" spc="130" b="1">
                <a:solidFill>
                  <a:srgbClr val="033358"/>
                </a:solidFill>
                <a:latin typeface="Trebuchet MS"/>
                <a:cs typeface="Trebuchet MS"/>
              </a:rPr>
              <a:t>Purpose</a:t>
            </a:r>
            <a:endParaRPr sz="3100">
              <a:latin typeface="Trebuchet MS"/>
              <a:cs typeface="Trebuchet MS"/>
            </a:endParaRPr>
          </a:p>
          <a:p>
            <a:pPr algn="just" marL="12700" marR="5080">
              <a:lnSpc>
                <a:spcPct val="100499"/>
              </a:lnSpc>
              <a:spcBef>
                <a:spcPts val="3040"/>
              </a:spcBef>
            </a:pP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Build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an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10">
                <a:solidFill>
                  <a:srgbClr val="033358"/>
                </a:solidFill>
                <a:latin typeface="Trebuchet MS"/>
                <a:cs typeface="Trebuchet MS"/>
              </a:rPr>
              <a:t>audio-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only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90">
                <a:solidFill>
                  <a:srgbClr val="033358"/>
                </a:solidFill>
                <a:latin typeface="Trebuchet MS"/>
                <a:cs typeface="Trebuchet MS"/>
              </a:rPr>
              <a:t>machine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learning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classifier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that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automatically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analyzes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child's 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speech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recording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 detects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whether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stuttering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 is present </a:t>
            </a:r>
            <a:r>
              <a:rPr dirty="0" sz="2550" spc="71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then</a:t>
            </a:r>
            <a:r>
              <a:rPr dirty="0" sz="2550" spc="10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90">
                <a:solidFill>
                  <a:srgbClr val="033358"/>
                </a:solidFill>
                <a:latin typeface="Trebuchet MS"/>
                <a:cs typeface="Trebuchet MS"/>
              </a:rPr>
              <a:t>classifies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its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severity </a:t>
            </a:r>
            <a:r>
              <a:rPr dirty="0" sz="2550" spc="210">
                <a:solidFill>
                  <a:srgbClr val="033358"/>
                </a:solidFill>
                <a:latin typeface="Trebuchet MS"/>
                <a:cs typeface="Trebuchet MS"/>
              </a:rPr>
              <a:t>as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mild,</a:t>
            </a:r>
            <a:r>
              <a:rPr dirty="0" sz="2550" spc="2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moderate,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0">
                <a:solidFill>
                  <a:srgbClr val="033358"/>
                </a:solidFill>
                <a:latin typeface="Trebuchet MS"/>
                <a:cs typeface="Trebuchet MS"/>
              </a:rPr>
              <a:t>severe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40">
                <a:solidFill>
                  <a:srgbClr val="033358"/>
                </a:solidFill>
                <a:latin typeface="Trebuchet MS"/>
                <a:cs typeface="Trebuchet MS"/>
              </a:rPr>
              <a:t>using</a:t>
            </a:r>
            <a:r>
              <a:rPr dirty="0" sz="2550" spc="2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acoustic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features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80">
                <a:solidFill>
                  <a:srgbClr val="033358"/>
                </a:solidFill>
                <a:latin typeface="Trebuchet MS"/>
                <a:cs typeface="Trebuchet MS"/>
              </a:rPr>
              <a:t>such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10">
                <a:solidFill>
                  <a:srgbClr val="033358"/>
                </a:solidFill>
                <a:latin typeface="Trebuchet MS"/>
                <a:cs typeface="Trebuchet MS"/>
              </a:rPr>
              <a:t>as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35">
                <a:solidFill>
                  <a:srgbClr val="033358"/>
                </a:solidFill>
                <a:latin typeface="Trebuchet MS"/>
                <a:cs typeface="Trebuchet MS"/>
              </a:rPr>
              <a:t>MFCC,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pitch,</a:t>
            </a:r>
            <a:r>
              <a:rPr dirty="0" sz="2550" spc="2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-50">
                <a:solidFill>
                  <a:srgbClr val="033358"/>
                </a:solidFill>
                <a:latin typeface="Trebuchet MS"/>
                <a:cs typeface="Trebuchet MS"/>
              </a:rPr>
              <a:t>jitter,</a:t>
            </a:r>
            <a:r>
              <a:rPr dirty="0" sz="2550" spc="229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pause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duration,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repetition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00">
                <a:solidFill>
                  <a:srgbClr val="033358"/>
                </a:solidFill>
                <a:latin typeface="Trebuchet MS"/>
                <a:cs typeface="Trebuchet MS"/>
              </a:rPr>
              <a:t>frequency</a:t>
            </a:r>
            <a:r>
              <a:rPr dirty="0" sz="2550" spc="6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1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550" spc="6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without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requiring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clinician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550" spc="-4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camera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to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10">
                <a:solidFill>
                  <a:srgbClr val="033358"/>
                </a:solidFill>
                <a:latin typeface="Trebuchet MS"/>
                <a:cs typeface="Trebuchet MS"/>
              </a:rPr>
              <a:t>be 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present.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model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is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10">
                <a:solidFill>
                  <a:srgbClr val="033358"/>
                </a:solidFill>
                <a:latin typeface="Trebuchet MS"/>
                <a:cs typeface="Trebuchet MS"/>
              </a:rPr>
              <a:t>deployed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10">
                <a:solidFill>
                  <a:srgbClr val="033358"/>
                </a:solidFill>
                <a:latin typeface="Trebuchet MS"/>
                <a:cs typeface="Trebuchet MS"/>
              </a:rPr>
              <a:t>as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25">
                <a:solidFill>
                  <a:srgbClr val="033358"/>
                </a:solidFill>
                <a:latin typeface="Trebuchet MS"/>
                <a:cs typeface="Trebuchet MS"/>
              </a:rPr>
              <a:t>REST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API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integrated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directly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into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10">
                <a:solidFill>
                  <a:srgbClr val="033358"/>
                </a:solidFill>
                <a:latin typeface="Trebuchet MS"/>
                <a:cs typeface="Trebuchet MS"/>
              </a:rPr>
              <a:t>Vocal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Path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mobile</a:t>
            </a:r>
            <a:r>
              <a:rPr dirty="0" sz="2550" spc="-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app</a:t>
            </a:r>
            <a:endParaRPr sz="2550">
              <a:latin typeface="Trebuchet MS"/>
              <a:cs typeface="Trebuchet MS"/>
            </a:endParaRPr>
          </a:p>
          <a:p>
            <a:pPr algn="just" marL="2533650">
              <a:lnSpc>
                <a:spcPct val="100000"/>
              </a:lnSpc>
              <a:spcBef>
                <a:spcPts val="1655"/>
              </a:spcBef>
            </a:pPr>
            <a:r>
              <a:rPr dirty="0" sz="2800" spc="160" b="1">
                <a:solidFill>
                  <a:srgbClr val="033358"/>
                </a:solidFill>
                <a:latin typeface="Trebuchet MS"/>
                <a:cs typeface="Trebuchet MS"/>
              </a:rPr>
              <a:t>IT22565044</a:t>
            </a:r>
            <a:r>
              <a:rPr dirty="0" sz="2800" spc="-6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033358"/>
                </a:solidFill>
                <a:latin typeface="Trebuchet MS"/>
                <a:cs typeface="Trebuchet MS"/>
              </a:rPr>
              <a:t>K.P.S.Chithakshana|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25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26J</a:t>
            </a:r>
            <a:r>
              <a:rPr dirty="0" sz="28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5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70" b="1">
                <a:solidFill>
                  <a:srgbClr val="033358"/>
                </a:solidFill>
                <a:latin typeface="Trebuchet MS"/>
                <a:cs typeface="Trebuchet MS"/>
              </a:rPr>
              <a:t>383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3" name="object 6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3770" rIns="0" bIns="0" rtlCol="0" vert="horz">
            <a:spAutoFit/>
          </a:bodyPr>
          <a:lstStyle/>
          <a:p>
            <a:pPr marL="2696210">
              <a:lnSpc>
                <a:spcPct val="100000"/>
              </a:lnSpc>
              <a:spcBef>
                <a:spcPts val="100"/>
              </a:spcBef>
            </a:pPr>
            <a:r>
              <a:rPr dirty="0" spc="350"/>
              <a:t>ML-</a:t>
            </a:r>
            <a:r>
              <a:rPr dirty="0" spc="270"/>
              <a:t>Based</a:t>
            </a:r>
            <a:r>
              <a:rPr dirty="0" spc="-300"/>
              <a:t> </a:t>
            </a:r>
            <a:r>
              <a:rPr dirty="0" spc="120"/>
              <a:t>Stuttering</a:t>
            </a:r>
            <a:r>
              <a:rPr dirty="0" spc="-300"/>
              <a:t> </a:t>
            </a:r>
            <a:r>
              <a:rPr dirty="0" spc="235"/>
              <a:t>Speech</a:t>
            </a:r>
            <a:r>
              <a:rPr dirty="0" spc="-300"/>
              <a:t> </a:t>
            </a:r>
            <a:r>
              <a:rPr dirty="0" spc="165"/>
              <a:t>Classifier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19830" y="8049793"/>
            <a:ext cx="1468755" cy="2237740"/>
          </a:xfrm>
          <a:custGeom>
            <a:avLst/>
            <a:gdLst/>
            <a:ahLst/>
            <a:cxnLst/>
            <a:rect l="l" t="t" r="r" b="b"/>
            <a:pathLst>
              <a:path w="1468755" h="2237740">
                <a:moveTo>
                  <a:pt x="1468158" y="1765414"/>
                </a:moveTo>
                <a:lnTo>
                  <a:pt x="1457490" y="1749628"/>
                </a:lnTo>
                <a:lnTo>
                  <a:pt x="1127772" y="2237206"/>
                </a:lnTo>
                <a:lnTo>
                  <a:pt x="1468158" y="2237206"/>
                </a:lnTo>
                <a:lnTo>
                  <a:pt x="1468158" y="1765414"/>
                </a:lnTo>
                <a:close/>
              </a:path>
              <a:path w="1468755" h="2237740">
                <a:moveTo>
                  <a:pt x="1468170" y="0"/>
                </a:moveTo>
                <a:lnTo>
                  <a:pt x="0" y="2237206"/>
                </a:lnTo>
                <a:lnTo>
                  <a:pt x="51714" y="2237206"/>
                </a:lnTo>
                <a:lnTo>
                  <a:pt x="1468170" y="78816"/>
                </a:lnTo>
                <a:lnTo>
                  <a:pt x="1468170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355278" y="8282825"/>
            <a:ext cx="2933065" cy="2004060"/>
          </a:xfrm>
          <a:custGeom>
            <a:avLst/>
            <a:gdLst/>
            <a:ahLst/>
            <a:cxnLst/>
            <a:rect l="l" t="t" r="r" b="b"/>
            <a:pathLst>
              <a:path w="2933065" h="2004059">
                <a:moveTo>
                  <a:pt x="745020" y="0"/>
                </a:moveTo>
                <a:lnTo>
                  <a:pt x="0" y="0"/>
                </a:lnTo>
                <a:lnTo>
                  <a:pt x="0" y="43180"/>
                </a:lnTo>
                <a:lnTo>
                  <a:pt x="0" y="2004060"/>
                </a:lnTo>
                <a:lnTo>
                  <a:pt x="43294" y="2004060"/>
                </a:lnTo>
                <a:lnTo>
                  <a:pt x="43294" y="43180"/>
                </a:lnTo>
                <a:lnTo>
                  <a:pt x="745020" y="43180"/>
                </a:lnTo>
                <a:lnTo>
                  <a:pt x="745020" y="0"/>
                </a:lnTo>
                <a:close/>
              </a:path>
              <a:path w="2933065" h="2004059">
                <a:moveTo>
                  <a:pt x="2932709" y="308610"/>
                </a:moveTo>
                <a:lnTo>
                  <a:pt x="426529" y="308610"/>
                </a:lnTo>
                <a:lnTo>
                  <a:pt x="426529" y="351790"/>
                </a:lnTo>
                <a:lnTo>
                  <a:pt x="426529" y="2004060"/>
                </a:lnTo>
                <a:lnTo>
                  <a:pt x="469823" y="2004060"/>
                </a:lnTo>
                <a:lnTo>
                  <a:pt x="469823" y="351790"/>
                </a:lnTo>
                <a:lnTo>
                  <a:pt x="2932709" y="351790"/>
                </a:lnTo>
                <a:lnTo>
                  <a:pt x="2932709" y="30861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66971" y="8833640"/>
            <a:ext cx="1908175" cy="1453515"/>
          </a:xfrm>
          <a:custGeom>
            <a:avLst/>
            <a:gdLst/>
            <a:ahLst/>
            <a:cxnLst/>
            <a:rect l="l" t="t" r="r" b="b"/>
            <a:pathLst>
              <a:path w="1908175" h="1453515">
                <a:moveTo>
                  <a:pt x="1856156" y="1453359"/>
                </a:moveTo>
                <a:lnTo>
                  <a:pt x="1907868" y="1453359"/>
                </a:lnTo>
                <a:lnTo>
                  <a:pt x="954105" y="0"/>
                </a:lnTo>
                <a:lnTo>
                  <a:pt x="953819" y="0"/>
                </a:lnTo>
                <a:lnTo>
                  <a:pt x="902240" y="78593"/>
                </a:lnTo>
                <a:lnTo>
                  <a:pt x="953962" y="78593"/>
                </a:lnTo>
                <a:lnTo>
                  <a:pt x="1856156" y="1453359"/>
                </a:lnTo>
                <a:close/>
              </a:path>
              <a:path w="1908175" h="1453515">
                <a:moveTo>
                  <a:pt x="0" y="1453359"/>
                </a:moveTo>
                <a:lnTo>
                  <a:pt x="51768" y="1453359"/>
                </a:lnTo>
                <a:lnTo>
                  <a:pt x="953962" y="78593"/>
                </a:lnTo>
                <a:lnTo>
                  <a:pt x="902240" y="78593"/>
                </a:lnTo>
                <a:lnTo>
                  <a:pt x="0" y="1453359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674450" y="9066669"/>
            <a:ext cx="3479800" cy="1220470"/>
          </a:xfrm>
          <a:custGeom>
            <a:avLst/>
            <a:gdLst/>
            <a:ahLst/>
            <a:cxnLst/>
            <a:rect l="l" t="t" r="r" b="b"/>
            <a:pathLst>
              <a:path w="3479800" h="1220470">
                <a:moveTo>
                  <a:pt x="3052813" y="308610"/>
                </a:moveTo>
                <a:lnTo>
                  <a:pt x="0" y="308610"/>
                </a:lnTo>
                <a:lnTo>
                  <a:pt x="0" y="351561"/>
                </a:lnTo>
                <a:lnTo>
                  <a:pt x="0" y="351790"/>
                </a:lnTo>
                <a:lnTo>
                  <a:pt x="0" y="1220343"/>
                </a:lnTo>
                <a:lnTo>
                  <a:pt x="43307" y="1220343"/>
                </a:lnTo>
                <a:lnTo>
                  <a:pt x="43307" y="351790"/>
                </a:lnTo>
                <a:lnTo>
                  <a:pt x="3009519" y="351790"/>
                </a:lnTo>
                <a:lnTo>
                  <a:pt x="3009519" y="1220470"/>
                </a:lnTo>
                <a:lnTo>
                  <a:pt x="3052813" y="1220470"/>
                </a:lnTo>
                <a:lnTo>
                  <a:pt x="3052813" y="351790"/>
                </a:lnTo>
                <a:lnTo>
                  <a:pt x="3052813" y="308610"/>
                </a:lnTo>
                <a:close/>
              </a:path>
              <a:path w="3479800" h="1220470">
                <a:moveTo>
                  <a:pt x="3479342" y="0"/>
                </a:moveTo>
                <a:lnTo>
                  <a:pt x="2734322" y="0"/>
                </a:lnTo>
                <a:lnTo>
                  <a:pt x="2734322" y="43180"/>
                </a:lnTo>
                <a:lnTo>
                  <a:pt x="3436035" y="43180"/>
                </a:lnTo>
                <a:lnTo>
                  <a:pt x="3436035" y="1220470"/>
                </a:lnTo>
                <a:lnTo>
                  <a:pt x="3479342" y="1220470"/>
                </a:lnTo>
                <a:lnTo>
                  <a:pt x="3479342" y="43180"/>
                </a:lnTo>
                <a:lnTo>
                  <a:pt x="347934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807" y="4579558"/>
            <a:ext cx="16040099" cy="138112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107592" y="2154205"/>
            <a:ext cx="7649845" cy="1482725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715"/>
              </a:spcBef>
            </a:pPr>
            <a:r>
              <a:rPr dirty="0" sz="5000" spc="490"/>
              <a:t>IT22590862</a:t>
            </a:r>
            <a:r>
              <a:rPr dirty="0" sz="5000" spc="-140"/>
              <a:t> </a:t>
            </a:r>
            <a:r>
              <a:rPr dirty="0" sz="5000" spc="-1580"/>
              <a:t>|</a:t>
            </a:r>
            <a:r>
              <a:rPr dirty="0" sz="5000" spc="-135"/>
              <a:t> </a:t>
            </a:r>
            <a:r>
              <a:rPr dirty="0" sz="5000" spc="330"/>
              <a:t>S.M.C.N. </a:t>
            </a:r>
            <a:r>
              <a:rPr dirty="0" sz="5000" spc="475"/>
              <a:t>SERASINGHE</a:t>
            </a:r>
            <a:endParaRPr sz="5000"/>
          </a:p>
        </p:txBody>
      </p:sp>
      <p:sp>
        <p:nvSpPr>
          <p:cNvPr id="8" name="object 8"/>
          <p:cNvSpPr txBox="1"/>
          <p:nvPr/>
        </p:nvSpPr>
        <p:spPr>
          <a:xfrm>
            <a:off x="1107592" y="7528452"/>
            <a:ext cx="75692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50" b="1">
                <a:solidFill>
                  <a:srgbClr val="033358"/>
                </a:solidFill>
                <a:latin typeface="Trebuchet MS"/>
                <a:cs typeface="Trebuchet MS"/>
              </a:rPr>
              <a:t>Specialized</a:t>
            </a:r>
            <a:r>
              <a:rPr dirty="0" sz="30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95" b="1">
                <a:solidFill>
                  <a:srgbClr val="033358"/>
                </a:solidFill>
                <a:latin typeface="Trebuchet MS"/>
                <a:cs typeface="Trebuchet MS"/>
              </a:rPr>
              <a:t>in</a:t>
            </a:r>
            <a:r>
              <a:rPr dirty="0" sz="30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180" b="1">
                <a:solidFill>
                  <a:srgbClr val="033358"/>
                </a:solidFill>
                <a:latin typeface="Trebuchet MS"/>
                <a:cs typeface="Trebuchet MS"/>
              </a:rPr>
              <a:t>Information</a:t>
            </a:r>
            <a:r>
              <a:rPr dirty="0" sz="30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160" b="1">
                <a:solidFill>
                  <a:srgbClr val="033358"/>
                </a:solidFill>
                <a:latin typeface="Trebuchet MS"/>
                <a:cs typeface="Trebuchet MS"/>
              </a:rPr>
              <a:t>Technology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1236" y="9449625"/>
            <a:ext cx="87845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50" b="1">
                <a:solidFill>
                  <a:srgbClr val="033358"/>
                </a:solidFill>
                <a:latin typeface="Trebuchet MS"/>
                <a:cs typeface="Trebuchet MS"/>
              </a:rPr>
              <a:t>IT22590862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75" b="1">
                <a:solidFill>
                  <a:srgbClr val="033358"/>
                </a:solidFill>
                <a:latin typeface="Trebuchet MS"/>
                <a:cs typeface="Trebuchet MS"/>
              </a:rPr>
              <a:t>S.M.C.N.</a:t>
            </a:r>
            <a:r>
              <a:rPr dirty="0" sz="2800" spc="-18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70" b="1">
                <a:solidFill>
                  <a:srgbClr val="033358"/>
                </a:solidFill>
                <a:latin typeface="Trebuchet MS"/>
                <a:cs typeface="Trebuchet MS"/>
              </a:rPr>
              <a:t>Serasinghe|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25</a:t>
            </a:r>
            <a:r>
              <a:rPr dirty="0" sz="2800" spc="-18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26J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18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70" b="1">
                <a:solidFill>
                  <a:srgbClr val="033358"/>
                </a:solidFill>
                <a:latin typeface="Trebuchet MS"/>
                <a:cs typeface="Trebuchet MS"/>
              </a:rPr>
              <a:t>383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4498" y="4886426"/>
            <a:ext cx="1041273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130" b="1">
                <a:solidFill>
                  <a:srgbClr val="FFFFFF"/>
                </a:solidFill>
                <a:latin typeface="Trebuchet MS"/>
                <a:cs typeface="Trebuchet MS"/>
              </a:rPr>
              <a:t>Personalized</a:t>
            </a:r>
            <a:r>
              <a:rPr dirty="0" sz="4500" spc="-2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120" b="1">
                <a:solidFill>
                  <a:srgbClr val="FFFFFF"/>
                </a:solidFill>
                <a:latin typeface="Trebuchet MS"/>
                <a:cs typeface="Trebuchet MS"/>
              </a:rPr>
              <a:t>Exercise</a:t>
            </a:r>
            <a:r>
              <a:rPr dirty="0" sz="4500" spc="-2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145" b="1">
                <a:solidFill>
                  <a:srgbClr val="FFFFFF"/>
                </a:solidFill>
                <a:latin typeface="Trebuchet MS"/>
                <a:cs typeface="Trebuchet MS"/>
              </a:rPr>
              <a:t>Recommender</a:t>
            </a:r>
            <a:endParaRPr sz="45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56909" y="0"/>
            <a:ext cx="3931089" cy="45815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72955"/>
            <a:ext cx="2437765" cy="3714115"/>
            <a:chOff x="0" y="6572955"/>
            <a:chExt cx="2437765" cy="3714115"/>
          </a:xfrm>
        </p:grpSpPr>
        <p:sp>
          <p:nvSpPr>
            <p:cNvPr id="3" name="object 3"/>
            <p:cNvSpPr/>
            <p:nvPr/>
          </p:nvSpPr>
          <p:spPr>
            <a:xfrm>
              <a:off x="0" y="6572961"/>
              <a:ext cx="2437765" cy="3714115"/>
            </a:xfrm>
            <a:custGeom>
              <a:avLst/>
              <a:gdLst/>
              <a:ahLst/>
              <a:cxnLst/>
              <a:rect l="l" t="t" r="r" b="b"/>
              <a:pathLst>
                <a:path w="2437765" h="3714115">
                  <a:moveTo>
                    <a:pt x="1466875" y="3714051"/>
                  </a:moveTo>
                  <a:lnTo>
                    <a:pt x="0" y="1544777"/>
                  </a:lnTo>
                  <a:lnTo>
                    <a:pt x="0" y="3714051"/>
                  </a:lnTo>
                  <a:lnTo>
                    <a:pt x="1466875" y="3714051"/>
                  </a:lnTo>
                  <a:close/>
                </a:path>
                <a:path w="2437765" h="3714115">
                  <a:moveTo>
                    <a:pt x="2437473" y="3714051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391499" y="3714051"/>
                  </a:lnTo>
                  <a:lnTo>
                    <a:pt x="2437473" y="3714051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8820080"/>
              <a:ext cx="35560" cy="38735"/>
            </a:xfrm>
            <a:custGeom>
              <a:avLst/>
              <a:gdLst/>
              <a:ahLst/>
              <a:cxnLst/>
              <a:rect l="l" t="t" r="r" b="b"/>
              <a:pathLst>
                <a:path w="35560" h="38734">
                  <a:moveTo>
                    <a:pt x="34991" y="38360"/>
                  </a:moveTo>
                  <a:lnTo>
                    <a:pt x="0" y="38360"/>
                  </a:lnTo>
                  <a:lnTo>
                    <a:pt x="0" y="0"/>
                  </a:lnTo>
                  <a:lnTo>
                    <a:pt x="34991" y="0"/>
                  </a:lnTo>
                  <a:lnTo>
                    <a:pt x="34991" y="3836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388569"/>
            <a:ext cx="48895" cy="2167890"/>
          </a:xfrm>
          <a:custGeom>
            <a:avLst/>
            <a:gdLst/>
            <a:ahLst/>
            <a:cxnLst/>
            <a:rect l="l" t="t" r="r" b="b"/>
            <a:pathLst>
              <a:path w="48895" h="2167890">
                <a:moveTo>
                  <a:pt x="48412" y="0"/>
                </a:moveTo>
                <a:lnTo>
                  <a:pt x="0" y="0"/>
                </a:lnTo>
                <a:lnTo>
                  <a:pt x="0" y="38100"/>
                </a:lnTo>
                <a:lnTo>
                  <a:pt x="10045" y="38100"/>
                </a:lnTo>
                <a:lnTo>
                  <a:pt x="10045" y="2129790"/>
                </a:lnTo>
                <a:lnTo>
                  <a:pt x="0" y="2129790"/>
                </a:lnTo>
                <a:lnTo>
                  <a:pt x="0" y="2167890"/>
                </a:lnTo>
                <a:lnTo>
                  <a:pt x="48412" y="2167890"/>
                </a:lnTo>
                <a:lnTo>
                  <a:pt x="48412" y="2129790"/>
                </a:lnTo>
                <a:lnTo>
                  <a:pt x="48412" y="38100"/>
                </a:lnTo>
                <a:lnTo>
                  <a:pt x="4841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81619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19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19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32083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71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71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2547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19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19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3010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71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71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8419" y="10033237"/>
            <a:ext cx="168020" cy="1680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883" y="10033237"/>
            <a:ext cx="168020" cy="1680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346" y="10033237"/>
            <a:ext cx="168020" cy="16802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016" y="10033237"/>
            <a:ext cx="158813" cy="1680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883" y="9783701"/>
            <a:ext cx="168020" cy="16802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8419" y="9783701"/>
            <a:ext cx="168020" cy="1680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46" y="9783701"/>
            <a:ext cx="168020" cy="1680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016" y="9783701"/>
            <a:ext cx="158813" cy="1680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8419" y="9534164"/>
            <a:ext cx="168020" cy="16802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883" y="9534164"/>
            <a:ext cx="168020" cy="1680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46" y="9534164"/>
            <a:ext cx="168020" cy="16802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016" y="9534164"/>
            <a:ext cx="158813" cy="16802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8419" y="9284628"/>
            <a:ext cx="168020" cy="16802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8883" y="9284628"/>
            <a:ext cx="168020" cy="16802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9346" y="9284628"/>
            <a:ext cx="168020" cy="16802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016" y="9284627"/>
            <a:ext cx="158813" cy="16802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8419" y="9044106"/>
            <a:ext cx="168020" cy="15900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68883" y="9044106"/>
            <a:ext cx="168020" cy="15900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9346" y="9044106"/>
            <a:ext cx="168020" cy="15900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9016" y="9044106"/>
            <a:ext cx="158813" cy="15900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14742002" y="0"/>
            <a:ext cx="3546475" cy="5402580"/>
            <a:chOff x="14742002" y="0"/>
            <a:chExt cx="3546475" cy="5402580"/>
          </a:xfrm>
        </p:grpSpPr>
        <p:sp>
          <p:nvSpPr>
            <p:cNvPr id="31" name="object 31"/>
            <p:cNvSpPr/>
            <p:nvPr/>
          </p:nvSpPr>
          <p:spPr>
            <a:xfrm>
              <a:off x="14741994" y="0"/>
              <a:ext cx="3546475" cy="5402580"/>
            </a:xfrm>
            <a:custGeom>
              <a:avLst/>
              <a:gdLst/>
              <a:ahLst/>
              <a:cxnLst/>
              <a:rect l="l" t="t" r="r" b="b"/>
              <a:pathLst>
                <a:path w="3546475" h="5402580">
                  <a:moveTo>
                    <a:pt x="3545903" y="5323598"/>
                  </a:moveTo>
                  <a:lnTo>
                    <a:pt x="3545713" y="5323878"/>
                  </a:lnTo>
                  <a:lnTo>
                    <a:pt x="51904" y="0"/>
                  </a:lnTo>
                  <a:lnTo>
                    <a:pt x="0" y="0"/>
                  </a:lnTo>
                  <a:lnTo>
                    <a:pt x="3493986" y="5323878"/>
                  </a:lnTo>
                  <a:lnTo>
                    <a:pt x="3545573" y="5402478"/>
                  </a:lnTo>
                  <a:lnTo>
                    <a:pt x="3545903" y="5402478"/>
                  </a:lnTo>
                  <a:lnTo>
                    <a:pt x="3545903" y="5323598"/>
                  </a:lnTo>
                  <a:close/>
                </a:path>
                <a:path w="3546475" h="5402580">
                  <a:moveTo>
                    <a:pt x="3546005" y="0"/>
                  </a:moveTo>
                  <a:lnTo>
                    <a:pt x="1086446" y="0"/>
                  </a:lnTo>
                  <a:lnTo>
                    <a:pt x="3546005" y="3637267"/>
                  </a:lnTo>
                  <a:lnTo>
                    <a:pt x="354600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7741226" y="2073401"/>
              <a:ext cx="547370" cy="2787650"/>
            </a:xfrm>
            <a:custGeom>
              <a:avLst/>
              <a:gdLst/>
              <a:ahLst/>
              <a:cxnLst/>
              <a:rect l="l" t="t" r="r" b="b"/>
              <a:pathLst>
                <a:path w="547369" h="2787650">
                  <a:moveTo>
                    <a:pt x="546773" y="341414"/>
                  </a:moveTo>
                  <a:lnTo>
                    <a:pt x="0" y="341414"/>
                  </a:lnTo>
                  <a:lnTo>
                    <a:pt x="0" y="384594"/>
                  </a:lnTo>
                  <a:lnTo>
                    <a:pt x="0" y="2744254"/>
                  </a:lnTo>
                  <a:lnTo>
                    <a:pt x="0" y="2787434"/>
                  </a:lnTo>
                  <a:lnTo>
                    <a:pt x="546773" y="2787434"/>
                  </a:lnTo>
                  <a:lnTo>
                    <a:pt x="546773" y="2744254"/>
                  </a:lnTo>
                  <a:lnTo>
                    <a:pt x="43307" y="2744254"/>
                  </a:lnTo>
                  <a:lnTo>
                    <a:pt x="43307" y="384594"/>
                  </a:lnTo>
                  <a:lnTo>
                    <a:pt x="546773" y="384594"/>
                  </a:lnTo>
                  <a:lnTo>
                    <a:pt x="546773" y="341414"/>
                  </a:lnTo>
                  <a:close/>
                </a:path>
                <a:path w="547369" h="2787650">
                  <a:moveTo>
                    <a:pt x="546773" y="0"/>
                  </a:moveTo>
                  <a:lnTo>
                    <a:pt x="15163" y="0"/>
                  </a:lnTo>
                  <a:lnTo>
                    <a:pt x="15163" y="43294"/>
                  </a:lnTo>
                  <a:lnTo>
                    <a:pt x="546773" y="43294"/>
                  </a:lnTo>
                  <a:lnTo>
                    <a:pt x="546773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851" y="275911"/>
              <a:ext cx="189664" cy="18966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2532" y="275911"/>
              <a:ext cx="189664" cy="1896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94214" y="275911"/>
              <a:ext cx="189664" cy="1896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30851" y="557592"/>
              <a:ext cx="189664" cy="1896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75897" y="275910"/>
              <a:ext cx="179271" cy="1896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512532" y="557592"/>
              <a:ext cx="189664" cy="1896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794214" y="557592"/>
              <a:ext cx="189664" cy="18966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075897" y="557592"/>
              <a:ext cx="179271" cy="1896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839273"/>
              <a:ext cx="189664" cy="1896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839273"/>
              <a:ext cx="189664" cy="1896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839273"/>
              <a:ext cx="189664" cy="1896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839273"/>
              <a:ext cx="179271" cy="18966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120955"/>
              <a:ext cx="189664" cy="18966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120955"/>
              <a:ext cx="189664" cy="1896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120955"/>
              <a:ext cx="189664" cy="18966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120955"/>
              <a:ext cx="179271" cy="18966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402636"/>
              <a:ext cx="189664" cy="1896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402636"/>
              <a:ext cx="189664" cy="1896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402636"/>
              <a:ext cx="189664" cy="18966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402636"/>
              <a:ext cx="179271" cy="18966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30852" y="1684318"/>
              <a:ext cx="189664" cy="1794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12533" y="1684318"/>
              <a:ext cx="189664" cy="1794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94215" y="1684318"/>
              <a:ext cx="189664" cy="17948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075897" y="1684318"/>
              <a:ext cx="179271" cy="179488"/>
            </a:xfrm>
            <a:prstGeom prst="rect">
              <a:avLst/>
            </a:prstGeom>
          </p:spPr>
        </p:pic>
      </p:grpSp>
      <p:sp>
        <p:nvSpPr>
          <p:cNvPr id="57" name="object 57"/>
          <p:cNvSpPr/>
          <p:nvPr/>
        </p:nvSpPr>
        <p:spPr>
          <a:xfrm>
            <a:off x="17415571" y="8957580"/>
            <a:ext cx="872490" cy="1329690"/>
          </a:xfrm>
          <a:custGeom>
            <a:avLst/>
            <a:gdLst/>
            <a:ahLst/>
            <a:cxnLst/>
            <a:rect l="l" t="t" r="r" b="b"/>
            <a:pathLst>
              <a:path w="872490" h="1329690">
                <a:moveTo>
                  <a:pt x="44094" y="1329419"/>
                </a:moveTo>
                <a:lnTo>
                  <a:pt x="0" y="1329419"/>
                </a:lnTo>
                <a:lnTo>
                  <a:pt x="872428" y="0"/>
                </a:lnTo>
                <a:lnTo>
                  <a:pt x="872428" y="67200"/>
                </a:lnTo>
                <a:lnTo>
                  <a:pt x="44094" y="1329419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6636708" y="7861642"/>
            <a:ext cx="1651635" cy="2425700"/>
          </a:xfrm>
          <a:custGeom>
            <a:avLst/>
            <a:gdLst/>
            <a:ahLst/>
            <a:cxnLst/>
            <a:rect l="l" t="t" r="r" b="b"/>
            <a:pathLst>
              <a:path w="1651634" h="2425700">
                <a:moveTo>
                  <a:pt x="635355" y="0"/>
                </a:moveTo>
                <a:lnTo>
                  <a:pt x="0" y="0"/>
                </a:lnTo>
                <a:lnTo>
                  <a:pt x="0" y="36830"/>
                </a:lnTo>
                <a:lnTo>
                  <a:pt x="0" y="2425700"/>
                </a:lnTo>
                <a:lnTo>
                  <a:pt x="36918" y="2425700"/>
                </a:lnTo>
                <a:lnTo>
                  <a:pt x="36918" y="36830"/>
                </a:lnTo>
                <a:lnTo>
                  <a:pt x="635355" y="36830"/>
                </a:lnTo>
                <a:lnTo>
                  <a:pt x="635355" y="0"/>
                </a:lnTo>
                <a:close/>
              </a:path>
              <a:path w="1651634" h="2425700">
                <a:moveTo>
                  <a:pt x="1651279" y="262890"/>
                </a:moveTo>
                <a:lnTo>
                  <a:pt x="363740" y="262890"/>
                </a:lnTo>
                <a:lnTo>
                  <a:pt x="363740" y="299720"/>
                </a:lnTo>
                <a:lnTo>
                  <a:pt x="363740" y="2312670"/>
                </a:lnTo>
                <a:lnTo>
                  <a:pt x="363740" y="2349500"/>
                </a:lnTo>
                <a:lnTo>
                  <a:pt x="1651279" y="2349500"/>
                </a:lnTo>
                <a:lnTo>
                  <a:pt x="1651279" y="2312670"/>
                </a:lnTo>
                <a:lnTo>
                  <a:pt x="400672" y="2312670"/>
                </a:lnTo>
                <a:lnTo>
                  <a:pt x="400672" y="299720"/>
                </a:lnTo>
                <a:lnTo>
                  <a:pt x="1651279" y="299720"/>
                </a:lnTo>
                <a:lnTo>
                  <a:pt x="1651279" y="26289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/>
          <p:cNvGrpSpPr/>
          <p:nvPr/>
        </p:nvGrpSpPr>
        <p:grpSpPr>
          <a:xfrm>
            <a:off x="0" y="0"/>
            <a:ext cx="2237105" cy="2589530"/>
            <a:chOff x="0" y="0"/>
            <a:chExt cx="2237105" cy="2589530"/>
          </a:xfrm>
        </p:grpSpPr>
        <p:sp>
          <p:nvSpPr>
            <p:cNvPr id="60" name="object 60"/>
            <p:cNvSpPr/>
            <p:nvPr/>
          </p:nvSpPr>
          <p:spPr>
            <a:xfrm>
              <a:off x="0" y="11"/>
              <a:ext cx="1699260" cy="2589530"/>
            </a:xfrm>
            <a:custGeom>
              <a:avLst/>
              <a:gdLst/>
              <a:ahLst/>
              <a:cxnLst/>
              <a:rect l="l" t="t" r="r" b="b"/>
              <a:pathLst>
                <a:path w="1699260" h="2589530">
                  <a:moveTo>
                    <a:pt x="831646" y="0"/>
                  </a:moveTo>
                  <a:lnTo>
                    <a:pt x="0" y="0"/>
                  </a:lnTo>
                  <a:lnTo>
                    <a:pt x="0" y="1229855"/>
                  </a:lnTo>
                  <a:lnTo>
                    <a:pt x="831646" y="0"/>
                  </a:lnTo>
                  <a:close/>
                </a:path>
                <a:path w="1699260" h="2589530">
                  <a:moveTo>
                    <a:pt x="1699094" y="0"/>
                  </a:moveTo>
                  <a:lnTo>
                    <a:pt x="1658467" y="0"/>
                  </a:lnTo>
                  <a:lnTo>
                    <a:pt x="0" y="2527185"/>
                  </a:lnTo>
                  <a:lnTo>
                    <a:pt x="0" y="2589098"/>
                  </a:lnTo>
                  <a:lnTo>
                    <a:pt x="1699094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0" y="76554"/>
              <a:ext cx="2237105" cy="2432050"/>
            </a:xfrm>
            <a:custGeom>
              <a:avLst/>
              <a:gdLst/>
              <a:ahLst/>
              <a:cxnLst/>
              <a:rect l="l" t="t" r="r" b="b"/>
              <a:pathLst>
                <a:path w="2237105" h="2432050">
                  <a:moveTo>
                    <a:pt x="1901812" y="267970"/>
                  </a:moveTo>
                  <a:lnTo>
                    <a:pt x="0" y="267970"/>
                  </a:lnTo>
                  <a:lnTo>
                    <a:pt x="0" y="300990"/>
                  </a:lnTo>
                  <a:lnTo>
                    <a:pt x="1867789" y="300990"/>
                  </a:lnTo>
                  <a:lnTo>
                    <a:pt x="1867789" y="2155190"/>
                  </a:lnTo>
                  <a:lnTo>
                    <a:pt x="0" y="2155190"/>
                  </a:lnTo>
                  <a:lnTo>
                    <a:pt x="0" y="2189480"/>
                  </a:lnTo>
                  <a:lnTo>
                    <a:pt x="1901812" y="2189480"/>
                  </a:lnTo>
                  <a:lnTo>
                    <a:pt x="1901812" y="2155190"/>
                  </a:lnTo>
                  <a:lnTo>
                    <a:pt x="1901812" y="300990"/>
                  </a:lnTo>
                  <a:lnTo>
                    <a:pt x="1901812" y="267970"/>
                  </a:lnTo>
                  <a:close/>
                </a:path>
                <a:path w="2237105" h="2432050">
                  <a:moveTo>
                    <a:pt x="223694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2202916" y="33020"/>
                  </a:lnTo>
                  <a:lnTo>
                    <a:pt x="2202916" y="2397760"/>
                  </a:lnTo>
                  <a:lnTo>
                    <a:pt x="1651584" y="2397760"/>
                  </a:lnTo>
                  <a:lnTo>
                    <a:pt x="1651584" y="2432050"/>
                  </a:lnTo>
                  <a:lnTo>
                    <a:pt x="2236940" y="2432050"/>
                  </a:lnTo>
                  <a:lnTo>
                    <a:pt x="2236940" y="2397760"/>
                  </a:lnTo>
                  <a:lnTo>
                    <a:pt x="2236940" y="33020"/>
                  </a:lnTo>
                  <a:lnTo>
                    <a:pt x="223694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2139690" y="2438790"/>
            <a:ext cx="14008735" cy="7475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3100" spc="100" b="1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3100" spc="-2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100" spc="75" b="1">
                <a:solidFill>
                  <a:srgbClr val="033358"/>
                </a:solidFill>
                <a:latin typeface="Trebuchet MS"/>
                <a:cs typeface="Trebuchet MS"/>
              </a:rPr>
              <a:t>Problem</a:t>
            </a:r>
            <a:endParaRPr sz="3100">
              <a:latin typeface="Trebuchet MS"/>
              <a:cs typeface="Trebuchet MS"/>
            </a:endParaRPr>
          </a:p>
          <a:p>
            <a:pPr algn="just" marL="12700" marR="5080">
              <a:lnSpc>
                <a:spcPts val="2920"/>
              </a:lnSpc>
              <a:spcBef>
                <a:spcPts val="3045"/>
              </a:spcBef>
            </a:pP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Existing</a:t>
            </a:r>
            <a:r>
              <a:rPr dirty="0" sz="2450" spc="-1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stuttering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75">
                <a:solidFill>
                  <a:srgbClr val="033358"/>
                </a:solidFill>
                <a:latin typeface="Trebuchet MS"/>
                <a:cs typeface="Trebuchet MS"/>
              </a:rPr>
              <a:t>apps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90">
                <a:solidFill>
                  <a:srgbClr val="033358"/>
                </a:solidFill>
                <a:latin typeface="Trebuchet MS"/>
                <a:cs typeface="Trebuchet MS"/>
              </a:rPr>
              <a:t>provide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fixed,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50">
                <a:solidFill>
                  <a:srgbClr val="033358"/>
                </a:solidFill>
                <a:latin typeface="Trebuchet MS"/>
                <a:cs typeface="Trebuchet MS"/>
              </a:rPr>
              <a:t>one-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size-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fits-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all</a:t>
            </a:r>
            <a:r>
              <a:rPr dirty="0" sz="2450" spc="-1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exercise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55">
                <a:solidFill>
                  <a:srgbClr val="033358"/>
                </a:solidFill>
                <a:latin typeface="Trebuchet MS"/>
                <a:cs typeface="Trebuchet MS"/>
              </a:rPr>
              <a:t>sets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that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never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change 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regardless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of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the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child's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age,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progress,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45">
                <a:solidFill>
                  <a:srgbClr val="033358"/>
                </a:solidFill>
                <a:latin typeface="Trebuchet MS"/>
                <a:cs typeface="Trebuchet MS"/>
              </a:rPr>
              <a:t>emotional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state. 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Exercises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40">
                <a:solidFill>
                  <a:srgbClr val="033358"/>
                </a:solidFill>
                <a:latin typeface="Trebuchet MS"/>
                <a:cs typeface="Trebuchet MS"/>
              </a:rPr>
              <a:t>designed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for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10-</a:t>
            </a:r>
            <a:r>
              <a:rPr dirty="0" sz="2450" spc="110">
                <a:solidFill>
                  <a:srgbClr val="033358"/>
                </a:solidFill>
                <a:latin typeface="Trebuchet MS"/>
                <a:cs typeface="Trebuchet MS"/>
              </a:rPr>
              <a:t>year-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old</a:t>
            </a:r>
            <a:r>
              <a:rPr dirty="0" sz="2450" spc="3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with</a:t>
            </a:r>
            <a:r>
              <a:rPr dirty="0" sz="2450" spc="38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severe</a:t>
            </a:r>
            <a:r>
              <a:rPr dirty="0" sz="2450" spc="3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stuttering</a:t>
            </a:r>
            <a:r>
              <a:rPr dirty="0" sz="2450" spc="38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are</a:t>
            </a:r>
            <a:r>
              <a:rPr dirty="0" sz="2450" spc="3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completely</a:t>
            </a:r>
            <a:r>
              <a:rPr dirty="0" sz="2450" spc="3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unsuitable</a:t>
            </a:r>
            <a:r>
              <a:rPr dirty="0" sz="2450" spc="38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for</a:t>
            </a:r>
            <a:r>
              <a:rPr dirty="0" sz="2450" spc="3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450" spc="38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225">
                <a:solidFill>
                  <a:srgbClr val="033358"/>
                </a:solidFill>
                <a:latin typeface="Trebuchet MS"/>
                <a:cs typeface="Trebuchet MS"/>
              </a:rPr>
              <a:t>5-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year-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old</a:t>
            </a:r>
            <a:r>
              <a:rPr dirty="0" sz="2450" spc="3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with</a:t>
            </a:r>
            <a:r>
              <a:rPr dirty="0" sz="2450" spc="38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mild</a:t>
            </a:r>
            <a:r>
              <a:rPr dirty="0" sz="2450" spc="3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45">
                <a:solidFill>
                  <a:srgbClr val="033358"/>
                </a:solidFill>
                <a:latin typeface="Trebuchet MS"/>
                <a:cs typeface="Trebuchet MS"/>
              </a:rPr>
              <a:t>disfluency.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Without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personalization,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children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05">
                <a:solidFill>
                  <a:srgbClr val="033358"/>
                </a:solidFill>
                <a:latin typeface="Trebuchet MS"/>
                <a:cs typeface="Trebuchet MS"/>
              </a:rPr>
              <a:t>lose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motivation,</a:t>
            </a:r>
            <a:r>
              <a:rPr dirty="0" sz="2450" spc="15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disengage</a:t>
            </a:r>
            <a:r>
              <a:rPr dirty="0" sz="2450" spc="14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from</a:t>
            </a:r>
            <a:r>
              <a:rPr dirty="0" sz="2450" spc="15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therapy,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fail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-25">
                <a:solidFill>
                  <a:srgbClr val="033358"/>
                </a:solidFill>
                <a:latin typeface="Trebuchet MS"/>
                <a:cs typeface="Trebuchet MS"/>
              </a:rPr>
              <a:t>to </a:t>
            </a:r>
            <a:r>
              <a:rPr dirty="0" sz="2450" spc="45">
                <a:solidFill>
                  <a:srgbClr val="033358"/>
                </a:solidFill>
                <a:latin typeface="Trebuchet MS"/>
                <a:cs typeface="Trebuchet MS"/>
              </a:rPr>
              <a:t>improve.</a:t>
            </a:r>
            <a:r>
              <a:rPr dirty="0" sz="2450" spc="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There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is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no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existing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tool-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particularly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for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00">
                <a:solidFill>
                  <a:srgbClr val="033358"/>
                </a:solidFill>
                <a:latin typeface="Trebuchet MS"/>
                <a:cs typeface="Trebuchet MS"/>
              </a:rPr>
              <a:t>Sinhala-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speaking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children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8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that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5">
                <a:solidFill>
                  <a:srgbClr val="033358"/>
                </a:solidFill>
                <a:latin typeface="Trebuchet MS"/>
                <a:cs typeface="Trebuchet MS"/>
              </a:rPr>
              <a:t>adaptively </a:t>
            </a:r>
            <a:r>
              <a:rPr dirty="0" sz="2450" spc="105">
                <a:solidFill>
                  <a:srgbClr val="033358"/>
                </a:solidFill>
                <a:latin typeface="Trebuchet MS"/>
                <a:cs typeface="Trebuchet MS"/>
              </a:rPr>
              <a:t>selects</a:t>
            </a:r>
            <a:r>
              <a:rPr dirty="0" sz="2450" spc="3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5">
                <a:solidFill>
                  <a:srgbClr val="033358"/>
                </a:solidFill>
                <a:latin typeface="Trebuchet MS"/>
                <a:cs typeface="Trebuchet MS"/>
              </a:rPr>
              <a:t>next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best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therapy</a:t>
            </a:r>
            <a:r>
              <a:rPr dirty="0" sz="2450" spc="35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exercise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70">
                <a:solidFill>
                  <a:srgbClr val="033358"/>
                </a:solidFill>
                <a:latin typeface="Trebuchet MS"/>
                <a:cs typeface="Trebuchet MS"/>
              </a:rPr>
              <a:t>based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on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real-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time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0">
                <a:solidFill>
                  <a:srgbClr val="033358"/>
                </a:solidFill>
                <a:latin typeface="Trebuchet MS"/>
                <a:cs typeface="Trebuchet MS"/>
              </a:rPr>
              <a:t>performance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data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450" spc="3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clinically </a:t>
            </a:r>
            <a:r>
              <a:rPr dirty="0" sz="2450" spc="55">
                <a:solidFill>
                  <a:srgbClr val="033358"/>
                </a:solidFill>
                <a:latin typeface="Trebuchet MS"/>
                <a:cs typeface="Trebuchet MS"/>
              </a:rPr>
              <a:t>validated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260">
                <a:solidFill>
                  <a:srgbClr val="033358"/>
                </a:solidFill>
                <a:latin typeface="Trebuchet MS"/>
                <a:cs typeface="Trebuchet MS"/>
              </a:rPr>
              <a:t>SLP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40">
                <a:solidFill>
                  <a:srgbClr val="033358"/>
                </a:solidFill>
                <a:latin typeface="Trebuchet MS"/>
                <a:cs typeface="Trebuchet MS"/>
              </a:rPr>
              <a:t>guidelines.</a:t>
            </a:r>
            <a:endParaRPr sz="2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2795"/>
              </a:spcBef>
            </a:pPr>
            <a:r>
              <a:rPr dirty="0" sz="3100" spc="150" b="1">
                <a:solidFill>
                  <a:srgbClr val="033358"/>
                </a:solidFill>
                <a:latin typeface="Trebuchet MS"/>
                <a:cs typeface="Trebuchet MS"/>
              </a:rPr>
              <a:t>Core</a:t>
            </a:r>
            <a:r>
              <a:rPr dirty="0" sz="3100" spc="-20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100" spc="130" b="1">
                <a:solidFill>
                  <a:srgbClr val="033358"/>
                </a:solidFill>
                <a:latin typeface="Trebuchet MS"/>
                <a:cs typeface="Trebuchet MS"/>
              </a:rPr>
              <a:t>Purpose</a:t>
            </a:r>
            <a:endParaRPr sz="3100">
              <a:latin typeface="Trebuchet MS"/>
              <a:cs typeface="Trebuchet MS"/>
            </a:endParaRPr>
          </a:p>
          <a:p>
            <a:pPr algn="just" marL="12700" marR="5080">
              <a:lnSpc>
                <a:spcPct val="100499"/>
              </a:lnSpc>
              <a:spcBef>
                <a:spcPts val="3040"/>
              </a:spcBef>
            </a:pP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Convert</a:t>
            </a:r>
            <a:r>
              <a:rPr dirty="0" sz="2550" spc="4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child's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live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speech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to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text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40">
                <a:solidFill>
                  <a:srgbClr val="033358"/>
                </a:solidFill>
                <a:latin typeface="Trebuchet MS"/>
                <a:cs typeface="Trebuchet MS"/>
              </a:rPr>
              <a:t>using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an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70">
                <a:solidFill>
                  <a:srgbClr val="033358"/>
                </a:solidFill>
                <a:latin typeface="Trebuchet MS"/>
                <a:cs typeface="Trebuchet MS"/>
              </a:rPr>
              <a:t>ASR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0">
                <a:solidFill>
                  <a:srgbClr val="033358"/>
                </a:solidFill>
                <a:latin typeface="Trebuchet MS"/>
                <a:cs typeface="Trebuchet MS"/>
              </a:rPr>
              <a:t>engine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10">
                <a:solidFill>
                  <a:srgbClr val="033358"/>
                </a:solidFill>
                <a:latin typeface="Trebuchet MS"/>
                <a:cs typeface="Trebuchet MS"/>
              </a:rPr>
              <a:t>(Google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STT),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14">
                <a:solidFill>
                  <a:srgbClr val="033358"/>
                </a:solidFill>
                <a:latin typeface="Trebuchet MS"/>
                <a:cs typeface="Trebuchet MS"/>
              </a:rPr>
              <a:t>compare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-25">
                <a:solidFill>
                  <a:srgbClr val="033358"/>
                </a:solidFill>
                <a:latin typeface="Trebuchet MS"/>
                <a:cs typeface="Trebuchet MS"/>
              </a:rPr>
              <a:t>it </a:t>
            </a:r>
            <a:r>
              <a:rPr dirty="0" sz="2550" spc="140">
                <a:solidFill>
                  <a:srgbClr val="033358"/>
                </a:solidFill>
                <a:latin typeface="Trebuchet MS"/>
                <a:cs typeface="Trebuchet MS"/>
              </a:rPr>
              <a:t>phoneme-</a:t>
            </a:r>
            <a:r>
              <a:rPr dirty="0" sz="2550" spc="195">
                <a:solidFill>
                  <a:srgbClr val="033358"/>
                </a:solidFill>
                <a:latin typeface="Trebuchet MS"/>
                <a:cs typeface="Trebuchet MS"/>
              </a:rPr>
              <a:t>by-</a:t>
            </a:r>
            <a:r>
              <a:rPr dirty="0" sz="2550" spc="125">
                <a:solidFill>
                  <a:srgbClr val="033358"/>
                </a:solidFill>
                <a:latin typeface="Trebuchet MS"/>
                <a:cs typeface="Trebuchet MS"/>
              </a:rPr>
              <a:t>phoneme</a:t>
            </a:r>
            <a:r>
              <a:rPr dirty="0" sz="2550" spc="3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against</a:t>
            </a:r>
            <a:r>
              <a:rPr dirty="0" sz="2550" spc="3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3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target</a:t>
            </a:r>
            <a:r>
              <a:rPr dirty="0" sz="2550" spc="3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utterance,</a:t>
            </a:r>
            <a:r>
              <a:rPr dirty="0" sz="2550" spc="3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3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instantly</a:t>
            </a:r>
            <a:r>
              <a:rPr dirty="0" sz="2550" spc="3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deliver</a:t>
            </a:r>
            <a:r>
              <a:rPr dirty="0" sz="2550" spc="3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specific</a:t>
            </a:r>
            <a:r>
              <a:rPr dirty="0" sz="2550" spc="3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visual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4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auditory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corrective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14">
                <a:solidFill>
                  <a:srgbClr val="033358"/>
                </a:solidFill>
                <a:latin typeface="Trebuchet MS"/>
                <a:cs typeface="Trebuchet MS"/>
              </a:rPr>
              <a:t>feedback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1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highlighting</a:t>
            </a:r>
            <a:r>
              <a:rPr dirty="0" sz="2550" spc="48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exactly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0">
                <a:solidFill>
                  <a:srgbClr val="033358"/>
                </a:solidFill>
                <a:latin typeface="Trebuchet MS"/>
                <a:cs typeface="Trebuchet MS"/>
              </a:rPr>
              <a:t>which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0">
                <a:solidFill>
                  <a:srgbClr val="033358"/>
                </a:solidFill>
                <a:latin typeface="Trebuchet MS"/>
                <a:cs typeface="Trebuchet MS"/>
              </a:rPr>
              <a:t>word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00">
                <a:solidFill>
                  <a:srgbClr val="033358"/>
                </a:solidFill>
                <a:latin typeface="Trebuchet MS"/>
                <a:cs typeface="Trebuchet MS"/>
              </a:rPr>
              <a:t>was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stuttered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or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mispronounced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playing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40">
                <a:solidFill>
                  <a:srgbClr val="033358"/>
                </a:solidFill>
                <a:latin typeface="Trebuchet MS"/>
                <a:cs typeface="Trebuchet MS"/>
              </a:rPr>
              <a:t>back</a:t>
            </a:r>
            <a:r>
              <a:rPr dirty="0" sz="2550" spc="1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correct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pronunciation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1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550" spc="65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40">
                <a:solidFill>
                  <a:srgbClr val="033358"/>
                </a:solidFill>
                <a:latin typeface="Trebuchet MS"/>
                <a:cs typeface="Trebuchet MS"/>
              </a:rPr>
              <a:t>so</a:t>
            </a:r>
            <a:r>
              <a:rPr dirty="0" sz="2550" spc="2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child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 can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self-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correct</a:t>
            </a:r>
            <a:r>
              <a:rPr dirty="0" sz="25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in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real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time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without</a:t>
            </a:r>
            <a:r>
              <a:rPr dirty="0" sz="25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waiting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for</a:t>
            </a:r>
            <a:r>
              <a:rPr dirty="0" sz="25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-10">
                <a:solidFill>
                  <a:srgbClr val="033358"/>
                </a:solidFill>
                <a:latin typeface="Trebuchet MS"/>
                <a:cs typeface="Trebuchet MS"/>
              </a:rPr>
              <a:t>clinician.</a:t>
            </a:r>
            <a:endParaRPr sz="2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550">
              <a:latin typeface="Trebuchet MS"/>
              <a:cs typeface="Trebuchet MS"/>
            </a:endParaRPr>
          </a:p>
          <a:p>
            <a:pPr algn="ctr" marR="173355">
              <a:lnSpc>
                <a:spcPct val="100000"/>
              </a:lnSpc>
              <a:spcBef>
                <a:spcPts val="5"/>
              </a:spcBef>
            </a:pPr>
            <a:r>
              <a:rPr dirty="0" sz="2800" spc="150" b="1">
                <a:solidFill>
                  <a:srgbClr val="033358"/>
                </a:solidFill>
                <a:latin typeface="Trebuchet MS"/>
                <a:cs typeface="Trebuchet MS"/>
              </a:rPr>
              <a:t>IT22590862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75" b="1">
                <a:solidFill>
                  <a:srgbClr val="033358"/>
                </a:solidFill>
                <a:latin typeface="Trebuchet MS"/>
                <a:cs typeface="Trebuchet MS"/>
              </a:rPr>
              <a:t>S.M.C.N.</a:t>
            </a:r>
            <a:r>
              <a:rPr dirty="0" sz="2800" spc="-18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70" b="1">
                <a:solidFill>
                  <a:srgbClr val="033358"/>
                </a:solidFill>
                <a:latin typeface="Trebuchet MS"/>
                <a:cs typeface="Trebuchet MS"/>
              </a:rPr>
              <a:t>Serasinghe|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25</a:t>
            </a:r>
            <a:r>
              <a:rPr dirty="0" sz="2800" spc="-18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26J</a:t>
            </a:r>
            <a:r>
              <a:rPr dirty="0" sz="2800" spc="-19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18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70" b="1">
                <a:solidFill>
                  <a:srgbClr val="033358"/>
                </a:solidFill>
                <a:latin typeface="Trebuchet MS"/>
                <a:cs typeface="Trebuchet MS"/>
              </a:rPr>
              <a:t>383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3" name="object 6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3770" rIns="0" bIns="0" rtlCol="0" vert="horz">
            <a:spAutoFit/>
          </a:bodyPr>
          <a:lstStyle/>
          <a:p>
            <a:pPr marL="2935605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Personalized</a:t>
            </a:r>
            <a:r>
              <a:rPr dirty="0" spc="-300"/>
              <a:t> </a:t>
            </a:r>
            <a:r>
              <a:rPr dirty="0" spc="114"/>
              <a:t>Exercise</a:t>
            </a:r>
            <a:r>
              <a:rPr dirty="0" spc="-295"/>
              <a:t> </a:t>
            </a:r>
            <a:r>
              <a:rPr dirty="0" spc="140"/>
              <a:t>Recommender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19830" y="8049793"/>
            <a:ext cx="1468755" cy="2237740"/>
          </a:xfrm>
          <a:custGeom>
            <a:avLst/>
            <a:gdLst/>
            <a:ahLst/>
            <a:cxnLst/>
            <a:rect l="l" t="t" r="r" b="b"/>
            <a:pathLst>
              <a:path w="1468755" h="2237740">
                <a:moveTo>
                  <a:pt x="1468158" y="1765414"/>
                </a:moveTo>
                <a:lnTo>
                  <a:pt x="1457490" y="1749628"/>
                </a:lnTo>
                <a:lnTo>
                  <a:pt x="1127772" y="2237206"/>
                </a:lnTo>
                <a:lnTo>
                  <a:pt x="1468158" y="2237206"/>
                </a:lnTo>
                <a:lnTo>
                  <a:pt x="1468158" y="1765414"/>
                </a:lnTo>
                <a:close/>
              </a:path>
              <a:path w="1468755" h="2237740">
                <a:moveTo>
                  <a:pt x="1468170" y="0"/>
                </a:moveTo>
                <a:lnTo>
                  <a:pt x="0" y="2237206"/>
                </a:lnTo>
                <a:lnTo>
                  <a:pt x="51714" y="2237206"/>
                </a:lnTo>
                <a:lnTo>
                  <a:pt x="1468170" y="78816"/>
                </a:lnTo>
                <a:lnTo>
                  <a:pt x="1468170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355278" y="8282825"/>
            <a:ext cx="2933065" cy="2004060"/>
          </a:xfrm>
          <a:custGeom>
            <a:avLst/>
            <a:gdLst/>
            <a:ahLst/>
            <a:cxnLst/>
            <a:rect l="l" t="t" r="r" b="b"/>
            <a:pathLst>
              <a:path w="2933065" h="2004059">
                <a:moveTo>
                  <a:pt x="745020" y="0"/>
                </a:moveTo>
                <a:lnTo>
                  <a:pt x="0" y="0"/>
                </a:lnTo>
                <a:lnTo>
                  <a:pt x="0" y="43180"/>
                </a:lnTo>
                <a:lnTo>
                  <a:pt x="0" y="2004060"/>
                </a:lnTo>
                <a:lnTo>
                  <a:pt x="43294" y="2004060"/>
                </a:lnTo>
                <a:lnTo>
                  <a:pt x="43294" y="43180"/>
                </a:lnTo>
                <a:lnTo>
                  <a:pt x="745020" y="43180"/>
                </a:lnTo>
                <a:lnTo>
                  <a:pt x="745020" y="0"/>
                </a:lnTo>
                <a:close/>
              </a:path>
              <a:path w="2933065" h="2004059">
                <a:moveTo>
                  <a:pt x="2932709" y="308610"/>
                </a:moveTo>
                <a:lnTo>
                  <a:pt x="426529" y="308610"/>
                </a:lnTo>
                <a:lnTo>
                  <a:pt x="426529" y="351790"/>
                </a:lnTo>
                <a:lnTo>
                  <a:pt x="426529" y="2004060"/>
                </a:lnTo>
                <a:lnTo>
                  <a:pt x="469823" y="2004060"/>
                </a:lnTo>
                <a:lnTo>
                  <a:pt x="469823" y="351790"/>
                </a:lnTo>
                <a:lnTo>
                  <a:pt x="2932709" y="351790"/>
                </a:lnTo>
                <a:lnTo>
                  <a:pt x="2932709" y="30861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66971" y="8833640"/>
            <a:ext cx="1908175" cy="1453515"/>
          </a:xfrm>
          <a:custGeom>
            <a:avLst/>
            <a:gdLst/>
            <a:ahLst/>
            <a:cxnLst/>
            <a:rect l="l" t="t" r="r" b="b"/>
            <a:pathLst>
              <a:path w="1908175" h="1453515">
                <a:moveTo>
                  <a:pt x="1856156" y="1453359"/>
                </a:moveTo>
                <a:lnTo>
                  <a:pt x="1907868" y="1453359"/>
                </a:lnTo>
                <a:lnTo>
                  <a:pt x="954105" y="0"/>
                </a:lnTo>
                <a:lnTo>
                  <a:pt x="953819" y="0"/>
                </a:lnTo>
                <a:lnTo>
                  <a:pt x="902240" y="78593"/>
                </a:lnTo>
                <a:lnTo>
                  <a:pt x="953962" y="78593"/>
                </a:lnTo>
                <a:lnTo>
                  <a:pt x="1856156" y="1453359"/>
                </a:lnTo>
                <a:close/>
              </a:path>
              <a:path w="1908175" h="1453515">
                <a:moveTo>
                  <a:pt x="0" y="1453359"/>
                </a:moveTo>
                <a:lnTo>
                  <a:pt x="51768" y="1453359"/>
                </a:lnTo>
                <a:lnTo>
                  <a:pt x="953962" y="78593"/>
                </a:lnTo>
                <a:lnTo>
                  <a:pt x="902240" y="78593"/>
                </a:lnTo>
                <a:lnTo>
                  <a:pt x="0" y="1453359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674450" y="9066669"/>
            <a:ext cx="3479800" cy="1220470"/>
          </a:xfrm>
          <a:custGeom>
            <a:avLst/>
            <a:gdLst/>
            <a:ahLst/>
            <a:cxnLst/>
            <a:rect l="l" t="t" r="r" b="b"/>
            <a:pathLst>
              <a:path w="3479800" h="1220470">
                <a:moveTo>
                  <a:pt x="3052813" y="308610"/>
                </a:moveTo>
                <a:lnTo>
                  <a:pt x="0" y="308610"/>
                </a:lnTo>
                <a:lnTo>
                  <a:pt x="0" y="351561"/>
                </a:lnTo>
                <a:lnTo>
                  <a:pt x="0" y="351790"/>
                </a:lnTo>
                <a:lnTo>
                  <a:pt x="0" y="1220343"/>
                </a:lnTo>
                <a:lnTo>
                  <a:pt x="43307" y="1220343"/>
                </a:lnTo>
                <a:lnTo>
                  <a:pt x="43307" y="351790"/>
                </a:lnTo>
                <a:lnTo>
                  <a:pt x="3009519" y="351790"/>
                </a:lnTo>
                <a:lnTo>
                  <a:pt x="3009519" y="1220470"/>
                </a:lnTo>
                <a:lnTo>
                  <a:pt x="3052813" y="1220470"/>
                </a:lnTo>
                <a:lnTo>
                  <a:pt x="3052813" y="351790"/>
                </a:lnTo>
                <a:lnTo>
                  <a:pt x="3052813" y="308610"/>
                </a:lnTo>
                <a:close/>
              </a:path>
              <a:path w="3479800" h="1220470">
                <a:moveTo>
                  <a:pt x="3479342" y="0"/>
                </a:moveTo>
                <a:lnTo>
                  <a:pt x="2734322" y="0"/>
                </a:lnTo>
                <a:lnTo>
                  <a:pt x="2734322" y="43180"/>
                </a:lnTo>
                <a:lnTo>
                  <a:pt x="3436035" y="43180"/>
                </a:lnTo>
                <a:lnTo>
                  <a:pt x="3436035" y="1220470"/>
                </a:lnTo>
                <a:lnTo>
                  <a:pt x="3479342" y="1220470"/>
                </a:lnTo>
                <a:lnTo>
                  <a:pt x="3479342" y="43180"/>
                </a:lnTo>
                <a:lnTo>
                  <a:pt x="347934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027807" y="0"/>
            <a:ext cx="17260570" cy="6374130"/>
            <a:chOff x="1027807" y="0"/>
            <a:chExt cx="17260570" cy="63741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7807" y="4926224"/>
              <a:ext cx="16040099" cy="14477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53970" y="0"/>
              <a:ext cx="4034029" cy="4933093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107592" y="2154205"/>
            <a:ext cx="8182609" cy="1482725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715"/>
              </a:spcBef>
            </a:pPr>
            <a:r>
              <a:rPr dirty="0" sz="5000" spc="434"/>
              <a:t>IT22563064</a:t>
            </a:r>
            <a:r>
              <a:rPr dirty="0" sz="5000" spc="-140"/>
              <a:t> </a:t>
            </a:r>
            <a:r>
              <a:rPr dirty="0" sz="5000" spc="-1580"/>
              <a:t>|</a:t>
            </a:r>
            <a:r>
              <a:rPr dirty="0" sz="5000" spc="-140"/>
              <a:t> </a:t>
            </a:r>
            <a:r>
              <a:rPr dirty="0" sz="5000" spc="280"/>
              <a:t>R.G.S.N.C. </a:t>
            </a:r>
            <a:r>
              <a:rPr dirty="0" sz="5000" spc="470"/>
              <a:t>RATHNINDA</a:t>
            </a:r>
            <a:endParaRPr sz="5000"/>
          </a:p>
        </p:txBody>
      </p:sp>
      <p:sp>
        <p:nvSpPr>
          <p:cNvPr id="10" name="object 10"/>
          <p:cNvSpPr txBox="1"/>
          <p:nvPr/>
        </p:nvSpPr>
        <p:spPr>
          <a:xfrm>
            <a:off x="1107592" y="7528452"/>
            <a:ext cx="75692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50" b="1">
                <a:solidFill>
                  <a:srgbClr val="033358"/>
                </a:solidFill>
                <a:latin typeface="Trebuchet MS"/>
                <a:cs typeface="Trebuchet MS"/>
              </a:rPr>
              <a:t>Specialized</a:t>
            </a:r>
            <a:r>
              <a:rPr dirty="0" sz="30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95" b="1">
                <a:solidFill>
                  <a:srgbClr val="033358"/>
                </a:solidFill>
                <a:latin typeface="Trebuchet MS"/>
                <a:cs typeface="Trebuchet MS"/>
              </a:rPr>
              <a:t>in</a:t>
            </a:r>
            <a:r>
              <a:rPr dirty="0" sz="30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180" b="1">
                <a:solidFill>
                  <a:srgbClr val="033358"/>
                </a:solidFill>
                <a:latin typeface="Trebuchet MS"/>
                <a:cs typeface="Trebuchet MS"/>
              </a:rPr>
              <a:t>Information</a:t>
            </a:r>
            <a:r>
              <a:rPr dirty="0" sz="30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160" b="1">
                <a:solidFill>
                  <a:srgbClr val="033358"/>
                </a:solidFill>
                <a:latin typeface="Trebuchet MS"/>
                <a:cs typeface="Trebuchet MS"/>
              </a:rPr>
              <a:t>Technology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01236" y="9449625"/>
            <a:ext cx="88722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60" b="1">
                <a:solidFill>
                  <a:srgbClr val="033358"/>
                </a:solidFill>
                <a:latin typeface="Trebuchet MS"/>
                <a:cs typeface="Trebuchet MS"/>
              </a:rPr>
              <a:t>IT22563064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033358"/>
                </a:solidFill>
                <a:latin typeface="Trebuchet MS"/>
                <a:cs typeface="Trebuchet MS"/>
              </a:rPr>
              <a:t>R.G.S.N.C.Rathninda</a:t>
            </a:r>
            <a:r>
              <a:rPr dirty="0" sz="2800" spc="-7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25</a:t>
            </a:r>
            <a:r>
              <a:rPr dirty="0" sz="2800" spc="-7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26J</a:t>
            </a:r>
            <a:r>
              <a:rPr dirty="0" sz="2800" spc="-7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70" b="1">
                <a:solidFill>
                  <a:srgbClr val="033358"/>
                </a:solidFill>
                <a:latin typeface="Trebuchet MS"/>
                <a:cs typeface="Trebuchet MS"/>
              </a:rPr>
              <a:t>383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5971" y="5268017"/>
            <a:ext cx="904621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100" b="1">
                <a:solidFill>
                  <a:srgbClr val="FFFFFF"/>
                </a:solidFill>
                <a:latin typeface="Trebuchet MS"/>
                <a:cs typeface="Trebuchet MS"/>
              </a:rPr>
              <a:t>Pronunciation</a:t>
            </a:r>
            <a:r>
              <a:rPr dirty="0" sz="4500" spc="-3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135" b="1">
                <a:solidFill>
                  <a:srgbClr val="FFFFFF"/>
                </a:solidFill>
                <a:latin typeface="Trebuchet MS"/>
                <a:cs typeface="Trebuchet MS"/>
              </a:rPr>
              <a:t>Feedback</a:t>
            </a:r>
            <a:r>
              <a:rPr dirty="0" sz="4500" spc="-3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265" b="1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4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72955"/>
            <a:ext cx="2437765" cy="3714115"/>
            <a:chOff x="0" y="6572955"/>
            <a:chExt cx="2437765" cy="3714115"/>
          </a:xfrm>
        </p:grpSpPr>
        <p:sp>
          <p:nvSpPr>
            <p:cNvPr id="3" name="object 3"/>
            <p:cNvSpPr/>
            <p:nvPr/>
          </p:nvSpPr>
          <p:spPr>
            <a:xfrm>
              <a:off x="0" y="6572961"/>
              <a:ext cx="2437765" cy="3714115"/>
            </a:xfrm>
            <a:custGeom>
              <a:avLst/>
              <a:gdLst/>
              <a:ahLst/>
              <a:cxnLst/>
              <a:rect l="l" t="t" r="r" b="b"/>
              <a:pathLst>
                <a:path w="2437765" h="3714115">
                  <a:moveTo>
                    <a:pt x="1466875" y="3714051"/>
                  </a:moveTo>
                  <a:lnTo>
                    <a:pt x="0" y="1544777"/>
                  </a:lnTo>
                  <a:lnTo>
                    <a:pt x="0" y="3714051"/>
                  </a:lnTo>
                  <a:lnTo>
                    <a:pt x="1466875" y="3714051"/>
                  </a:lnTo>
                  <a:close/>
                </a:path>
                <a:path w="2437765" h="3714115">
                  <a:moveTo>
                    <a:pt x="2437473" y="3714051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391499" y="3714051"/>
                  </a:lnTo>
                  <a:lnTo>
                    <a:pt x="2437473" y="3714051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8820080"/>
              <a:ext cx="35560" cy="38735"/>
            </a:xfrm>
            <a:custGeom>
              <a:avLst/>
              <a:gdLst/>
              <a:ahLst/>
              <a:cxnLst/>
              <a:rect l="l" t="t" r="r" b="b"/>
              <a:pathLst>
                <a:path w="35560" h="38734">
                  <a:moveTo>
                    <a:pt x="34991" y="38360"/>
                  </a:moveTo>
                  <a:lnTo>
                    <a:pt x="0" y="38360"/>
                  </a:lnTo>
                  <a:lnTo>
                    <a:pt x="0" y="0"/>
                  </a:lnTo>
                  <a:lnTo>
                    <a:pt x="34991" y="0"/>
                  </a:lnTo>
                  <a:lnTo>
                    <a:pt x="34991" y="3836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388569"/>
            <a:ext cx="48895" cy="2167890"/>
          </a:xfrm>
          <a:custGeom>
            <a:avLst/>
            <a:gdLst/>
            <a:ahLst/>
            <a:cxnLst/>
            <a:rect l="l" t="t" r="r" b="b"/>
            <a:pathLst>
              <a:path w="48895" h="2167890">
                <a:moveTo>
                  <a:pt x="48412" y="0"/>
                </a:moveTo>
                <a:lnTo>
                  <a:pt x="0" y="0"/>
                </a:lnTo>
                <a:lnTo>
                  <a:pt x="0" y="38100"/>
                </a:lnTo>
                <a:lnTo>
                  <a:pt x="10045" y="38100"/>
                </a:lnTo>
                <a:lnTo>
                  <a:pt x="10045" y="2129790"/>
                </a:lnTo>
                <a:lnTo>
                  <a:pt x="0" y="2129790"/>
                </a:lnTo>
                <a:lnTo>
                  <a:pt x="0" y="2167890"/>
                </a:lnTo>
                <a:lnTo>
                  <a:pt x="48412" y="2167890"/>
                </a:lnTo>
                <a:lnTo>
                  <a:pt x="48412" y="2129790"/>
                </a:lnTo>
                <a:lnTo>
                  <a:pt x="48412" y="38100"/>
                </a:lnTo>
                <a:lnTo>
                  <a:pt x="4841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81619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19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19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32083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71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71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2547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19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19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3010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71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71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8419" y="10033237"/>
            <a:ext cx="168020" cy="1680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883" y="10033237"/>
            <a:ext cx="168020" cy="1680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346" y="10033237"/>
            <a:ext cx="168020" cy="16802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016" y="10033237"/>
            <a:ext cx="158813" cy="1680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883" y="9783701"/>
            <a:ext cx="168020" cy="16802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8419" y="9783701"/>
            <a:ext cx="168020" cy="1680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46" y="9783701"/>
            <a:ext cx="168020" cy="1680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016" y="9783701"/>
            <a:ext cx="158813" cy="1680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8419" y="9534164"/>
            <a:ext cx="168020" cy="16802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883" y="9534164"/>
            <a:ext cx="168020" cy="1680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46" y="9534164"/>
            <a:ext cx="168020" cy="16802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016" y="9534164"/>
            <a:ext cx="158813" cy="16802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8419" y="9284628"/>
            <a:ext cx="168020" cy="16802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8883" y="9284628"/>
            <a:ext cx="168020" cy="16802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9346" y="9284628"/>
            <a:ext cx="168020" cy="16802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016" y="9284627"/>
            <a:ext cx="158813" cy="16802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8419" y="9044106"/>
            <a:ext cx="168020" cy="15900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68883" y="9044106"/>
            <a:ext cx="168020" cy="15900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9346" y="9044106"/>
            <a:ext cx="168020" cy="15900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9016" y="9044106"/>
            <a:ext cx="158813" cy="15900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14742002" y="0"/>
            <a:ext cx="3546475" cy="5402580"/>
            <a:chOff x="14742002" y="0"/>
            <a:chExt cx="3546475" cy="5402580"/>
          </a:xfrm>
        </p:grpSpPr>
        <p:sp>
          <p:nvSpPr>
            <p:cNvPr id="31" name="object 31"/>
            <p:cNvSpPr/>
            <p:nvPr/>
          </p:nvSpPr>
          <p:spPr>
            <a:xfrm>
              <a:off x="14741994" y="0"/>
              <a:ext cx="3546475" cy="5402580"/>
            </a:xfrm>
            <a:custGeom>
              <a:avLst/>
              <a:gdLst/>
              <a:ahLst/>
              <a:cxnLst/>
              <a:rect l="l" t="t" r="r" b="b"/>
              <a:pathLst>
                <a:path w="3546475" h="5402580">
                  <a:moveTo>
                    <a:pt x="3545903" y="5323598"/>
                  </a:moveTo>
                  <a:lnTo>
                    <a:pt x="3545713" y="5323878"/>
                  </a:lnTo>
                  <a:lnTo>
                    <a:pt x="51904" y="0"/>
                  </a:lnTo>
                  <a:lnTo>
                    <a:pt x="0" y="0"/>
                  </a:lnTo>
                  <a:lnTo>
                    <a:pt x="3493986" y="5323878"/>
                  </a:lnTo>
                  <a:lnTo>
                    <a:pt x="3545573" y="5402478"/>
                  </a:lnTo>
                  <a:lnTo>
                    <a:pt x="3545903" y="5402478"/>
                  </a:lnTo>
                  <a:lnTo>
                    <a:pt x="3545903" y="5323598"/>
                  </a:lnTo>
                  <a:close/>
                </a:path>
                <a:path w="3546475" h="5402580">
                  <a:moveTo>
                    <a:pt x="3546005" y="0"/>
                  </a:moveTo>
                  <a:lnTo>
                    <a:pt x="1086446" y="0"/>
                  </a:lnTo>
                  <a:lnTo>
                    <a:pt x="3546005" y="3637267"/>
                  </a:lnTo>
                  <a:lnTo>
                    <a:pt x="354600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7741226" y="2073401"/>
              <a:ext cx="547370" cy="2787650"/>
            </a:xfrm>
            <a:custGeom>
              <a:avLst/>
              <a:gdLst/>
              <a:ahLst/>
              <a:cxnLst/>
              <a:rect l="l" t="t" r="r" b="b"/>
              <a:pathLst>
                <a:path w="547369" h="2787650">
                  <a:moveTo>
                    <a:pt x="546773" y="341414"/>
                  </a:moveTo>
                  <a:lnTo>
                    <a:pt x="0" y="341414"/>
                  </a:lnTo>
                  <a:lnTo>
                    <a:pt x="0" y="384594"/>
                  </a:lnTo>
                  <a:lnTo>
                    <a:pt x="0" y="2744254"/>
                  </a:lnTo>
                  <a:lnTo>
                    <a:pt x="0" y="2787434"/>
                  </a:lnTo>
                  <a:lnTo>
                    <a:pt x="546773" y="2787434"/>
                  </a:lnTo>
                  <a:lnTo>
                    <a:pt x="546773" y="2744254"/>
                  </a:lnTo>
                  <a:lnTo>
                    <a:pt x="43307" y="2744254"/>
                  </a:lnTo>
                  <a:lnTo>
                    <a:pt x="43307" y="384594"/>
                  </a:lnTo>
                  <a:lnTo>
                    <a:pt x="546773" y="384594"/>
                  </a:lnTo>
                  <a:lnTo>
                    <a:pt x="546773" y="341414"/>
                  </a:lnTo>
                  <a:close/>
                </a:path>
                <a:path w="547369" h="2787650">
                  <a:moveTo>
                    <a:pt x="546773" y="0"/>
                  </a:moveTo>
                  <a:lnTo>
                    <a:pt x="15163" y="0"/>
                  </a:lnTo>
                  <a:lnTo>
                    <a:pt x="15163" y="43294"/>
                  </a:lnTo>
                  <a:lnTo>
                    <a:pt x="546773" y="43294"/>
                  </a:lnTo>
                  <a:lnTo>
                    <a:pt x="546773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851" y="275911"/>
              <a:ext cx="189664" cy="18966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2532" y="275911"/>
              <a:ext cx="189664" cy="1896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94214" y="275911"/>
              <a:ext cx="189664" cy="1896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30851" y="557592"/>
              <a:ext cx="189664" cy="1896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75897" y="275910"/>
              <a:ext cx="179271" cy="1896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512532" y="557592"/>
              <a:ext cx="189664" cy="1896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794214" y="557592"/>
              <a:ext cx="189664" cy="18966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075897" y="557592"/>
              <a:ext cx="179271" cy="1896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839273"/>
              <a:ext cx="189664" cy="1896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839273"/>
              <a:ext cx="189664" cy="1896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839273"/>
              <a:ext cx="189664" cy="1896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839273"/>
              <a:ext cx="179271" cy="18966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120955"/>
              <a:ext cx="189664" cy="18966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120955"/>
              <a:ext cx="189664" cy="1896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120955"/>
              <a:ext cx="189664" cy="18966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120955"/>
              <a:ext cx="179271" cy="18966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402636"/>
              <a:ext cx="189664" cy="1896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402636"/>
              <a:ext cx="189664" cy="1896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402636"/>
              <a:ext cx="189664" cy="18966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402636"/>
              <a:ext cx="179271" cy="18966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30852" y="1684318"/>
              <a:ext cx="189664" cy="1794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12533" y="1684318"/>
              <a:ext cx="189664" cy="1794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94215" y="1684318"/>
              <a:ext cx="189664" cy="17948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075897" y="1684318"/>
              <a:ext cx="179271" cy="179488"/>
            </a:xfrm>
            <a:prstGeom prst="rect">
              <a:avLst/>
            </a:prstGeom>
          </p:spPr>
        </p:pic>
      </p:grpSp>
      <p:sp>
        <p:nvSpPr>
          <p:cNvPr id="57" name="object 57"/>
          <p:cNvSpPr/>
          <p:nvPr/>
        </p:nvSpPr>
        <p:spPr>
          <a:xfrm>
            <a:off x="17415571" y="8957580"/>
            <a:ext cx="872490" cy="1329690"/>
          </a:xfrm>
          <a:custGeom>
            <a:avLst/>
            <a:gdLst/>
            <a:ahLst/>
            <a:cxnLst/>
            <a:rect l="l" t="t" r="r" b="b"/>
            <a:pathLst>
              <a:path w="872490" h="1329690">
                <a:moveTo>
                  <a:pt x="44094" y="1329419"/>
                </a:moveTo>
                <a:lnTo>
                  <a:pt x="0" y="1329419"/>
                </a:lnTo>
                <a:lnTo>
                  <a:pt x="872428" y="0"/>
                </a:lnTo>
                <a:lnTo>
                  <a:pt x="872428" y="67200"/>
                </a:lnTo>
                <a:lnTo>
                  <a:pt x="44094" y="1329419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6636708" y="7861642"/>
            <a:ext cx="1651635" cy="2425700"/>
          </a:xfrm>
          <a:custGeom>
            <a:avLst/>
            <a:gdLst/>
            <a:ahLst/>
            <a:cxnLst/>
            <a:rect l="l" t="t" r="r" b="b"/>
            <a:pathLst>
              <a:path w="1651634" h="2425700">
                <a:moveTo>
                  <a:pt x="635355" y="0"/>
                </a:moveTo>
                <a:lnTo>
                  <a:pt x="0" y="0"/>
                </a:lnTo>
                <a:lnTo>
                  <a:pt x="0" y="36830"/>
                </a:lnTo>
                <a:lnTo>
                  <a:pt x="0" y="2425700"/>
                </a:lnTo>
                <a:lnTo>
                  <a:pt x="36918" y="2425700"/>
                </a:lnTo>
                <a:lnTo>
                  <a:pt x="36918" y="36830"/>
                </a:lnTo>
                <a:lnTo>
                  <a:pt x="635355" y="36830"/>
                </a:lnTo>
                <a:lnTo>
                  <a:pt x="635355" y="0"/>
                </a:lnTo>
                <a:close/>
              </a:path>
              <a:path w="1651634" h="2425700">
                <a:moveTo>
                  <a:pt x="1651279" y="262890"/>
                </a:moveTo>
                <a:lnTo>
                  <a:pt x="363740" y="262890"/>
                </a:lnTo>
                <a:lnTo>
                  <a:pt x="363740" y="299720"/>
                </a:lnTo>
                <a:lnTo>
                  <a:pt x="363740" y="2312670"/>
                </a:lnTo>
                <a:lnTo>
                  <a:pt x="363740" y="2349500"/>
                </a:lnTo>
                <a:lnTo>
                  <a:pt x="1651279" y="2349500"/>
                </a:lnTo>
                <a:lnTo>
                  <a:pt x="1651279" y="2312670"/>
                </a:lnTo>
                <a:lnTo>
                  <a:pt x="400672" y="2312670"/>
                </a:lnTo>
                <a:lnTo>
                  <a:pt x="400672" y="299720"/>
                </a:lnTo>
                <a:lnTo>
                  <a:pt x="1651279" y="299720"/>
                </a:lnTo>
                <a:lnTo>
                  <a:pt x="1651279" y="26289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/>
          <p:cNvGrpSpPr/>
          <p:nvPr/>
        </p:nvGrpSpPr>
        <p:grpSpPr>
          <a:xfrm>
            <a:off x="0" y="0"/>
            <a:ext cx="2237105" cy="2589530"/>
            <a:chOff x="0" y="0"/>
            <a:chExt cx="2237105" cy="2589530"/>
          </a:xfrm>
        </p:grpSpPr>
        <p:sp>
          <p:nvSpPr>
            <p:cNvPr id="60" name="object 60"/>
            <p:cNvSpPr/>
            <p:nvPr/>
          </p:nvSpPr>
          <p:spPr>
            <a:xfrm>
              <a:off x="0" y="11"/>
              <a:ext cx="1699260" cy="2589530"/>
            </a:xfrm>
            <a:custGeom>
              <a:avLst/>
              <a:gdLst/>
              <a:ahLst/>
              <a:cxnLst/>
              <a:rect l="l" t="t" r="r" b="b"/>
              <a:pathLst>
                <a:path w="1699260" h="2589530">
                  <a:moveTo>
                    <a:pt x="831646" y="0"/>
                  </a:moveTo>
                  <a:lnTo>
                    <a:pt x="0" y="0"/>
                  </a:lnTo>
                  <a:lnTo>
                    <a:pt x="0" y="1229855"/>
                  </a:lnTo>
                  <a:lnTo>
                    <a:pt x="831646" y="0"/>
                  </a:lnTo>
                  <a:close/>
                </a:path>
                <a:path w="1699260" h="2589530">
                  <a:moveTo>
                    <a:pt x="1699094" y="0"/>
                  </a:moveTo>
                  <a:lnTo>
                    <a:pt x="1658467" y="0"/>
                  </a:lnTo>
                  <a:lnTo>
                    <a:pt x="0" y="2527185"/>
                  </a:lnTo>
                  <a:lnTo>
                    <a:pt x="0" y="2589098"/>
                  </a:lnTo>
                  <a:lnTo>
                    <a:pt x="1699094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0" y="76554"/>
              <a:ext cx="2237105" cy="2432050"/>
            </a:xfrm>
            <a:custGeom>
              <a:avLst/>
              <a:gdLst/>
              <a:ahLst/>
              <a:cxnLst/>
              <a:rect l="l" t="t" r="r" b="b"/>
              <a:pathLst>
                <a:path w="2237105" h="2432050">
                  <a:moveTo>
                    <a:pt x="1901812" y="267970"/>
                  </a:moveTo>
                  <a:lnTo>
                    <a:pt x="0" y="267970"/>
                  </a:lnTo>
                  <a:lnTo>
                    <a:pt x="0" y="300990"/>
                  </a:lnTo>
                  <a:lnTo>
                    <a:pt x="1867789" y="300990"/>
                  </a:lnTo>
                  <a:lnTo>
                    <a:pt x="1867789" y="2155190"/>
                  </a:lnTo>
                  <a:lnTo>
                    <a:pt x="0" y="2155190"/>
                  </a:lnTo>
                  <a:lnTo>
                    <a:pt x="0" y="2189480"/>
                  </a:lnTo>
                  <a:lnTo>
                    <a:pt x="1901812" y="2189480"/>
                  </a:lnTo>
                  <a:lnTo>
                    <a:pt x="1901812" y="2155190"/>
                  </a:lnTo>
                  <a:lnTo>
                    <a:pt x="1901812" y="300990"/>
                  </a:lnTo>
                  <a:lnTo>
                    <a:pt x="1901812" y="267970"/>
                  </a:lnTo>
                  <a:close/>
                </a:path>
                <a:path w="2237105" h="2432050">
                  <a:moveTo>
                    <a:pt x="223694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2202916" y="33020"/>
                  </a:lnTo>
                  <a:lnTo>
                    <a:pt x="2202916" y="2397760"/>
                  </a:lnTo>
                  <a:lnTo>
                    <a:pt x="1651584" y="2397760"/>
                  </a:lnTo>
                  <a:lnTo>
                    <a:pt x="1651584" y="2432050"/>
                  </a:lnTo>
                  <a:lnTo>
                    <a:pt x="2236940" y="2432050"/>
                  </a:lnTo>
                  <a:lnTo>
                    <a:pt x="2236940" y="2397760"/>
                  </a:lnTo>
                  <a:lnTo>
                    <a:pt x="2236940" y="33020"/>
                  </a:lnTo>
                  <a:lnTo>
                    <a:pt x="223694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2139690" y="2438790"/>
            <a:ext cx="14008735" cy="7479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3100" spc="100" b="1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3100" spc="-2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100" spc="75" b="1">
                <a:solidFill>
                  <a:srgbClr val="033358"/>
                </a:solidFill>
                <a:latin typeface="Trebuchet MS"/>
                <a:cs typeface="Trebuchet MS"/>
              </a:rPr>
              <a:t>Problem</a:t>
            </a:r>
            <a:endParaRPr sz="3100">
              <a:latin typeface="Trebuchet MS"/>
              <a:cs typeface="Trebuchet MS"/>
            </a:endParaRPr>
          </a:p>
          <a:p>
            <a:pPr algn="just" marL="12700" marR="5080">
              <a:lnSpc>
                <a:spcPts val="2920"/>
              </a:lnSpc>
              <a:spcBef>
                <a:spcPts val="3045"/>
              </a:spcBef>
            </a:pP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Children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50">
                <a:solidFill>
                  <a:srgbClr val="033358"/>
                </a:solidFill>
                <a:latin typeface="Trebuchet MS"/>
                <a:cs typeface="Trebuchet MS"/>
              </a:rPr>
              <a:t>who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stutter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45">
                <a:solidFill>
                  <a:srgbClr val="033358"/>
                </a:solidFill>
                <a:latin typeface="Trebuchet MS"/>
                <a:cs typeface="Trebuchet MS"/>
              </a:rPr>
              <a:t>currently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receive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pronunciation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fluency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correction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only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during 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scheduled</a:t>
            </a:r>
            <a:r>
              <a:rPr dirty="0" sz="2450" spc="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clinic</a:t>
            </a:r>
            <a:r>
              <a:rPr dirty="0" sz="2450" spc="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visits</a:t>
            </a:r>
            <a:r>
              <a:rPr dirty="0" sz="2450" spc="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8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450" spc="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0">
                <a:solidFill>
                  <a:srgbClr val="033358"/>
                </a:solidFill>
                <a:latin typeface="Trebuchet MS"/>
                <a:cs typeface="Trebuchet MS"/>
              </a:rPr>
              <a:t>which</a:t>
            </a:r>
            <a:r>
              <a:rPr dirty="0" sz="2450" spc="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can</a:t>
            </a:r>
            <a:r>
              <a:rPr dirty="0" sz="2450" spc="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be</a:t>
            </a:r>
            <a:r>
              <a:rPr dirty="0" sz="2450" spc="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55">
                <a:solidFill>
                  <a:srgbClr val="033358"/>
                </a:solidFill>
                <a:latin typeface="Trebuchet MS"/>
                <a:cs typeface="Trebuchet MS"/>
              </a:rPr>
              <a:t>weeks</a:t>
            </a:r>
            <a:r>
              <a:rPr dirty="0" sz="2450" spc="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apart.</a:t>
            </a:r>
            <a:r>
              <a:rPr dirty="0" sz="2450" spc="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In</a:t>
            </a:r>
            <a:r>
              <a:rPr dirty="0" sz="2450" spc="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between</a:t>
            </a:r>
            <a:r>
              <a:rPr dirty="0" sz="2450" spc="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sessions,</a:t>
            </a:r>
            <a:r>
              <a:rPr dirty="0" sz="2450" spc="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they</a:t>
            </a:r>
            <a:r>
              <a:rPr dirty="0" sz="2450" spc="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practice</a:t>
            </a:r>
            <a:r>
              <a:rPr dirty="0" sz="2450" spc="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5">
                <a:solidFill>
                  <a:srgbClr val="033358"/>
                </a:solidFill>
                <a:latin typeface="Trebuchet MS"/>
                <a:cs typeface="Trebuchet MS"/>
              </a:rPr>
              <a:t>alone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with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no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guidance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on</a:t>
            </a:r>
            <a:r>
              <a:rPr dirty="0" sz="2450" spc="28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whether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they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are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improving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repeating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450" spc="28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55">
                <a:solidFill>
                  <a:srgbClr val="033358"/>
                </a:solidFill>
                <a:latin typeface="Trebuchet MS"/>
                <a:cs typeface="Trebuchet MS"/>
              </a:rPr>
              <a:t>same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45">
                <a:solidFill>
                  <a:srgbClr val="033358"/>
                </a:solidFill>
                <a:latin typeface="Trebuchet MS"/>
                <a:cs typeface="Trebuchet MS"/>
              </a:rPr>
              <a:t>errors.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229">
                <a:solidFill>
                  <a:srgbClr val="033358"/>
                </a:solidFill>
                <a:latin typeface="Trebuchet MS"/>
                <a:cs typeface="Trebuchet MS"/>
              </a:rPr>
              <a:t>No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existing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child-</a:t>
            </a:r>
            <a:r>
              <a:rPr dirty="0" sz="2450" spc="85">
                <a:solidFill>
                  <a:srgbClr val="033358"/>
                </a:solidFill>
                <a:latin typeface="Trebuchet MS"/>
                <a:cs typeface="Trebuchet MS"/>
              </a:rPr>
              <a:t>facing</a:t>
            </a:r>
            <a:r>
              <a:rPr dirty="0" sz="2450" spc="2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tool</a:t>
            </a:r>
            <a:r>
              <a:rPr dirty="0" sz="2450" spc="29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provides</a:t>
            </a:r>
            <a:r>
              <a:rPr dirty="0" sz="2450" spc="2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immediate,</a:t>
            </a:r>
            <a:r>
              <a:rPr dirty="0" sz="2450" spc="2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word-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level</a:t>
            </a:r>
            <a:r>
              <a:rPr dirty="0" sz="2450" spc="29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450" spc="2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80">
                <a:solidFill>
                  <a:srgbClr val="033358"/>
                </a:solidFill>
                <a:latin typeface="Trebuchet MS"/>
                <a:cs typeface="Trebuchet MS"/>
              </a:rPr>
              <a:t>sound-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level</a:t>
            </a:r>
            <a:r>
              <a:rPr dirty="0" sz="2450" spc="29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corrective</a:t>
            </a:r>
            <a:r>
              <a:rPr dirty="0" sz="2450" spc="2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feedback</a:t>
            </a:r>
            <a:r>
              <a:rPr dirty="0" sz="2450" spc="29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after</a:t>
            </a:r>
            <a:r>
              <a:rPr dirty="0" sz="2450" spc="29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a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child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speaks,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especially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in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45">
                <a:solidFill>
                  <a:srgbClr val="033358"/>
                </a:solidFill>
                <a:latin typeface="Trebuchet MS"/>
                <a:cs typeface="Trebuchet MS"/>
              </a:rPr>
              <a:t>Sinhala.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65">
                <a:solidFill>
                  <a:srgbClr val="033358"/>
                </a:solidFill>
                <a:latin typeface="Trebuchet MS"/>
                <a:cs typeface="Trebuchet MS"/>
              </a:rPr>
              <a:t>Vague</a:t>
            </a:r>
            <a:r>
              <a:rPr dirty="0" sz="24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delayed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feedback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70">
                <a:solidFill>
                  <a:srgbClr val="033358"/>
                </a:solidFill>
                <a:latin typeface="Trebuchet MS"/>
                <a:cs typeface="Trebuchet MS"/>
              </a:rPr>
              <a:t>such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204">
                <a:solidFill>
                  <a:srgbClr val="033358"/>
                </a:solidFill>
                <a:latin typeface="Trebuchet MS"/>
                <a:cs typeface="Trebuchet MS"/>
              </a:rPr>
              <a:t>as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"try</a:t>
            </a:r>
            <a:r>
              <a:rPr dirty="0" sz="24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0">
                <a:solidFill>
                  <a:srgbClr val="033358"/>
                </a:solidFill>
                <a:latin typeface="Trebuchet MS"/>
                <a:cs typeface="Trebuchet MS"/>
              </a:rPr>
              <a:t>again"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85">
                <a:solidFill>
                  <a:srgbClr val="033358"/>
                </a:solidFill>
                <a:latin typeface="Trebuchet MS"/>
                <a:cs typeface="Trebuchet MS"/>
              </a:rPr>
              <a:t>does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not</a:t>
            </a:r>
            <a:r>
              <a:rPr dirty="0" sz="24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35">
                <a:solidFill>
                  <a:srgbClr val="033358"/>
                </a:solidFill>
                <a:latin typeface="Trebuchet MS"/>
                <a:cs typeface="Trebuchet MS"/>
              </a:rPr>
              <a:t>help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450" spc="3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child</a:t>
            </a:r>
            <a:r>
              <a:rPr dirty="0" sz="2450" spc="3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05">
                <a:solidFill>
                  <a:srgbClr val="033358"/>
                </a:solidFill>
                <a:latin typeface="Trebuchet MS"/>
                <a:cs typeface="Trebuchet MS"/>
              </a:rPr>
              <a:t>understand</a:t>
            </a:r>
            <a:r>
              <a:rPr dirty="0" sz="2450" spc="3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0">
                <a:solidFill>
                  <a:srgbClr val="033358"/>
                </a:solidFill>
                <a:latin typeface="Trebuchet MS"/>
                <a:cs typeface="Trebuchet MS"/>
              </a:rPr>
              <a:t>which</a:t>
            </a:r>
            <a:r>
              <a:rPr dirty="0" sz="2450" spc="3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specific</a:t>
            </a:r>
            <a:r>
              <a:rPr dirty="0" sz="2450" spc="3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65">
                <a:solidFill>
                  <a:srgbClr val="033358"/>
                </a:solidFill>
                <a:latin typeface="Trebuchet MS"/>
                <a:cs typeface="Trebuchet MS"/>
              </a:rPr>
              <a:t>sound</a:t>
            </a:r>
            <a:r>
              <a:rPr dirty="0" sz="2450" spc="3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450" spc="3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word</a:t>
            </a:r>
            <a:r>
              <a:rPr dirty="0" sz="2450" spc="3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55">
                <a:solidFill>
                  <a:srgbClr val="033358"/>
                </a:solidFill>
                <a:latin typeface="Trebuchet MS"/>
                <a:cs typeface="Trebuchet MS"/>
              </a:rPr>
              <a:t>caused</a:t>
            </a:r>
            <a:r>
              <a:rPr dirty="0" sz="2450" spc="3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450" spc="3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stutter,</a:t>
            </a:r>
            <a:r>
              <a:rPr dirty="0" sz="2450" spc="3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significantly</a:t>
            </a:r>
            <a:r>
              <a:rPr dirty="0" sz="2450" spc="3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0">
                <a:solidFill>
                  <a:srgbClr val="033358"/>
                </a:solidFill>
                <a:latin typeface="Trebuchet MS"/>
                <a:cs typeface="Trebuchet MS"/>
              </a:rPr>
              <a:t>reducing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therapy</a:t>
            </a:r>
            <a:r>
              <a:rPr dirty="0" sz="2450" spc="-1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effectiveness</a:t>
            </a:r>
            <a:endParaRPr sz="2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2795"/>
              </a:spcBef>
            </a:pPr>
            <a:r>
              <a:rPr dirty="0" sz="3100" spc="150" b="1">
                <a:solidFill>
                  <a:srgbClr val="033358"/>
                </a:solidFill>
                <a:latin typeface="Trebuchet MS"/>
                <a:cs typeface="Trebuchet MS"/>
              </a:rPr>
              <a:t>Core</a:t>
            </a:r>
            <a:r>
              <a:rPr dirty="0" sz="3100" spc="-20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100" spc="130" b="1">
                <a:solidFill>
                  <a:srgbClr val="033358"/>
                </a:solidFill>
                <a:latin typeface="Trebuchet MS"/>
                <a:cs typeface="Trebuchet MS"/>
              </a:rPr>
              <a:t>Purpose</a:t>
            </a:r>
            <a:endParaRPr sz="3100">
              <a:latin typeface="Trebuchet MS"/>
              <a:cs typeface="Trebuchet MS"/>
            </a:endParaRPr>
          </a:p>
          <a:p>
            <a:pPr algn="just" marL="12700" marR="5080">
              <a:lnSpc>
                <a:spcPct val="100499"/>
              </a:lnSpc>
              <a:spcBef>
                <a:spcPts val="3040"/>
              </a:spcBef>
            </a:pP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Convert</a:t>
            </a:r>
            <a:r>
              <a:rPr dirty="0" sz="2550" spc="4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child's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live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speech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to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text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40">
                <a:solidFill>
                  <a:srgbClr val="033358"/>
                </a:solidFill>
                <a:latin typeface="Trebuchet MS"/>
                <a:cs typeface="Trebuchet MS"/>
              </a:rPr>
              <a:t>using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an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70">
                <a:solidFill>
                  <a:srgbClr val="033358"/>
                </a:solidFill>
                <a:latin typeface="Trebuchet MS"/>
                <a:cs typeface="Trebuchet MS"/>
              </a:rPr>
              <a:t>ASR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0">
                <a:solidFill>
                  <a:srgbClr val="033358"/>
                </a:solidFill>
                <a:latin typeface="Trebuchet MS"/>
                <a:cs typeface="Trebuchet MS"/>
              </a:rPr>
              <a:t>engine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10">
                <a:solidFill>
                  <a:srgbClr val="033358"/>
                </a:solidFill>
                <a:latin typeface="Trebuchet MS"/>
                <a:cs typeface="Trebuchet MS"/>
              </a:rPr>
              <a:t>(Google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STT),</a:t>
            </a:r>
            <a:r>
              <a:rPr dirty="0" sz="2550" spc="43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14">
                <a:solidFill>
                  <a:srgbClr val="033358"/>
                </a:solidFill>
                <a:latin typeface="Trebuchet MS"/>
                <a:cs typeface="Trebuchet MS"/>
              </a:rPr>
              <a:t>compare</a:t>
            </a:r>
            <a:r>
              <a:rPr dirty="0" sz="2550" spc="43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-25">
                <a:solidFill>
                  <a:srgbClr val="033358"/>
                </a:solidFill>
                <a:latin typeface="Trebuchet MS"/>
                <a:cs typeface="Trebuchet MS"/>
              </a:rPr>
              <a:t>it </a:t>
            </a:r>
            <a:r>
              <a:rPr dirty="0" sz="2550" spc="140">
                <a:solidFill>
                  <a:srgbClr val="033358"/>
                </a:solidFill>
                <a:latin typeface="Trebuchet MS"/>
                <a:cs typeface="Trebuchet MS"/>
              </a:rPr>
              <a:t>phoneme-</a:t>
            </a:r>
            <a:r>
              <a:rPr dirty="0" sz="2550" spc="195">
                <a:solidFill>
                  <a:srgbClr val="033358"/>
                </a:solidFill>
                <a:latin typeface="Trebuchet MS"/>
                <a:cs typeface="Trebuchet MS"/>
              </a:rPr>
              <a:t>by-</a:t>
            </a:r>
            <a:r>
              <a:rPr dirty="0" sz="2550" spc="125">
                <a:solidFill>
                  <a:srgbClr val="033358"/>
                </a:solidFill>
                <a:latin typeface="Trebuchet MS"/>
                <a:cs typeface="Trebuchet MS"/>
              </a:rPr>
              <a:t>phoneme</a:t>
            </a:r>
            <a:r>
              <a:rPr dirty="0" sz="2550" spc="3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against</a:t>
            </a:r>
            <a:r>
              <a:rPr dirty="0" sz="2550" spc="3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3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target</a:t>
            </a:r>
            <a:r>
              <a:rPr dirty="0" sz="2550" spc="3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utterance,</a:t>
            </a:r>
            <a:r>
              <a:rPr dirty="0" sz="2550" spc="3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3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instantly</a:t>
            </a:r>
            <a:r>
              <a:rPr dirty="0" sz="2550" spc="3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deliver</a:t>
            </a:r>
            <a:r>
              <a:rPr dirty="0" sz="2550" spc="3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specific</a:t>
            </a:r>
            <a:r>
              <a:rPr dirty="0" sz="2550" spc="3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visual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4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auditory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corrective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14">
                <a:solidFill>
                  <a:srgbClr val="033358"/>
                </a:solidFill>
                <a:latin typeface="Trebuchet MS"/>
                <a:cs typeface="Trebuchet MS"/>
              </a:rPr>
              <a:t>feedback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1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highlighting</a:t>
            </a:r>
            <a:r>
              <a:rPr dirty="0" sz="2550" spc="484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exactly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0">
                <a:solidFill>
                  <a:srgbClr val="033358"/>
                </a:solidFill>
                <a:latin typeface="Trebuchet MS"/>
                <a:cs typeface="Trebuchet MS"/>
              </a:rPr>
              <a:t>which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0">
                <a:solidFill>
                  <a:srgbClr val="033358"/>
                </a:solidFill>
                <a:latin typeface="Trebuchet MS"/>
                <a:cs typeface="Trebuchet MS"/>
              </a:rPr>
              <a:t>word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00">
                <a:solidFill>
                  <a:srgbClr val="033358"/>
                </a:solidFill>
                <a:latin typeface="Trebuchet MS"/>
                <a:cs typeface="Trebuchet MS"/>
              </a:rPr>
              <a:t>was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stuttered</a:t>
            </a:r>
            <a:r>
              <a:rPr dirty="0" sz="2550" spc="4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or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mispronounced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playing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40">
                <a:solidFill>
                  <a:srgbClr val="033358"/>
                </a:solidFill>
                <a:latin typeface="Trebuchet MS"/>
                <a:cs typeface="Trebuchet MS"/>
              </a:rPr>
              <a:t>back</a:t>
            </a:r>
            <a:r>
              <a:rPr dirty="0" sz="2550" spc="1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correct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pronunciation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1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550" spc="65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240">
                <a:solidFill>
                  <a:srgbClr val="033358"/>
                </a:solidFill>
                <a:latin typeface="Trebuchet MS"/>
                <a:cs typeface="Trebuchet MS"/>
              </a:rPr>
              <a:t>so</a:t>
            </a:r>
            <a:r>
              <a:rPr dirty="0" sz="2550" spc="2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child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 can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self-</a:t>
            </a:r>
            <a:r>
              <a:rPr dirty="0" sz="2550" spc="75">
                <a:solidFill>
                  <a:srgbClr val="033358"/>
                </a:solidFill>
                <a:latin typeface="Trebuchet MS"/>
                <a:cs typeface="Trebuchet MS"/>
              </a:rPr>
              <a:t>correct</a:t>
            </a:r>
            <a:r>
              <a:rPr dirty="0" sz="25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in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real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time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without</a:t>
            </a:r>
            <a:r>
              <a:rPr dirty="0" sz="25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waiting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for</a:t>
            </a:r>
            <a:r>
              <a:rPr dirty="0" sz="2550" spc="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 spc="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-10">
                <a:solidFill>
                  <a:srgbClr val="033358"/>
                </a:solidFill>
                <a:latin typeface="Trebuchet MS"/>
                <a:cs typeface="Trebuchet MS"/>
              </a:rPr>
              <a:t>clinician.</a:t>
            </a:r>
            <a:endParaRPr sz="2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550">
              <a:latin typeface="Trebuchet MS"/>
              <a:cs typeface="Trebuchet MS"/>
            </a:endParaRPr>
          </a:p>
          <a:p>
            <a:pPr algn="ctr" marR="86360">
              <a:lnSpc>
                <a:spcPct val="100000"/>
              </a:lnSpc>
            </a:pPr>
            <a:r>
              <a:rPr dirty="0" sz="2800" spc="160" b="1">
                <a:solidFill>
                  <a:srgbClr val="033358"/>
                </a:solidFill>
                <a:latin typeface="Trebuchet MS"/>
                <a:cs typeface="Trebuchet MS"/>
              </a:rPr>
              <a:t>IT22563064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033358"/>
                </a:solidFill>
                <a:latin typeface="Trebuchet MS"/>
                <a:cs typeface="Trebuchet MS"/>
              </a:rPr>
              <a:t>R.G.S.N.C.Rathninda</a:t>
            </a:r>
            <a:r>
              <a:rPr dirty="0" sz="2800" spc="-7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25</a:t>
            </a:r>
            <a:r>
              <a:rPr dirty="0" sz="2800" spc="-7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26J</a:t>
            </a:r>
            <a:r>
              <a:rPr dirty="0" sz="2800" spc="-7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7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70" b="1">
                <a:solidFill>
                  <a:srgbClr val="033358"/>
                </a:solidFill>
                <a:latin typeface="Trebuchet MS"/>
                <a:cs typeface="Trebuchet MS"/>
              </a:rPr>
              <a:t>383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3" name="object 6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3770" rIns="0" bIns="0" rtlCol="0" vert="horz">
            <a:spAutoFit/>
          </a:bodyPr>
          <a:lstStyle/>
          <a:p>
            <a:pPr marL="3618229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Pronunciation</a:t>
            </a:r>
            <a:r>
              <a:rPr dirty="0" spc="-290"/>
              <a:t> </a:t>
            </a:r>
            <a:r>
              <a:rPr dirty="0" spc="130"/>
              <a:t>Feedback</a:t>
            </a:r>
            <a:r>
              <a:rPr dirty="0" spc="-290"/>
              <a:t> </a:t>
            </a:r>
            <a:r>
              <a:rPr dirty="0" spc="260"/>
              <a:t>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19830" y="8049793"/>
            <a:ext cx="1468755" cy="2237740"/>
          </a:xfrm>
          <a:custGeom>
            <a:avLst/>
            <a:gdLst/>
            <a:ahLst/>
            <a:cxnLst/>
            <a:rect l="l" t="t" r="r" b="b"/>
            <a:pathLst>
              <a:path w="1468755" h="2237740">
                <a:moveTo>
                  <a:pt x="1468158" y="1765414"/>
                </a:moveTo>
                <a:lnTo>
                  <a:pt x="1457490" y="1749628"/>
                </a:lnTo>
                <a:lnTo>
                  <a:pt x="1127772" y="2237206"/>
                </a:lnTo>
                <a:lnTo>
                  <a:pt x="1468158" y="2237206"/>
                </a:lnTo>
                <a:lnTo>
                  <a:pt x="1468158" y="1765414"/>
                </a:lnTo>
                <a:close/>
              </a:path>
              <a:path w="1468755" h="2237740">
                <a:moveTo>
                  <a:pt x="1468170" y="0"/>
                </a:moveTo>
                <a:lnTo>
                  <a:pt x="0" y="2237206"/>
                </a:lnTo>
                <a:lnTo>
                  <a:pt x="51714" y="2237206"/>
                </a:lnTo>
                <a:lnTo>
                  <a:pt x="1468170" y="78816"/>
                </a:lnTo>
                <a:lnTo>
                  <a:pt x="1468170" y="0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355278" y="8282825"/>
            <a:ext cx="2933065" cy="2004060"/>
          </a:xfrm>
          <a:custGeom>
            <a:avLst/>
            <a:gdLst/>
            <a:ahLst/>
            <a:cxnLst/>
            <a:rect l="l" t="t" r="r" b="b"/>
            <a:pathLst>
              <a:path w="2933065" h="2004059">
                <a:moveTo>
                  <a:pt x="745020" y="0"/>
                </a:moveTo>
                <a:lnTo>
                  <a:pt x="0" y="0"/>
                </a:lnTo>
                <a:lnTo>
                  <a:pt x="0" y="43180"/>
                </a:lnTo>
                <a:lnTo>
                  <a:pt x="0" y="2004060"/>
                </a:lnTo>
                <a:lnTo>
                  <a:pt x="43294" y="2004060"/>
                </a:lnTo>
                <a:lnTo>
                  <a:pt x="43294" y="43180"/>
                </a:lnTo>
                <a:lnTo>
                  <a:pt x="745020" y="43180"/>
                </a:lnTo>
                <a:lnTo>
                  <a:pt x="745020" y="0"/>
                </a:lnTo>
                <a:close/>
              </a:path>
              <a:path w="2933065" h="2004059">
                <a:moveTo>
                  <a:pt x="2932709" y="308610"/>
                </a:moveTo>
                <a:lnTo>
                  <a:pt x="426529" y="308610"/>
                </a:lnTo>
                <a:lnTo>
                  <a:pt x="426529" y="351790"/>
                </a:lnTo>
                <a:lnTo>
                  <a:pt x="426529" y="2004060"/>
                </a:lnTo>
                <a:lnTo>
                  <a:pt x="469823" y="2004060"/>
                </a:lnTo>
                <a:lnTo>
                  <a:pt x="469823" y="351790"/>
                </a:lnTo>
                <a:lnTo>
                  <a:pt x="2932709" y="351790"/>
                </a:lnTo>
                <a:lnTo>
                  <a:pt x="2932709" y="30861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66971" y="8833640"/>
            <a:ext cx="1908175" cy="1453515"/>
          </a:xfrm>
          <a:custGeom>
            <a:avLst/>
            <a:gdLst/>
            <a:ahLst/>
            <a:cxnLst/>
            <a:rect l="l" t="t" r="r" b="b"/>
            <a:pathLst>
              <a:path w="1908175" h="1453515">
                <a:moveTo>
                  <a:pt x="1856156" y="1453359"/>
                </a:moveTo>
                <a:lnTo>
                  <a:pt x="1907868" y="1453359"/>
                </a:lnTo>
                <a:lnTo>
                  <a:pt x="954105" y="0"/>
                </a:lnTo>
                <a:lnTo>
                  <a:pt x="953819" y="0"/>
                </a:lnTo>
                <a:lnTo>
                  <a:pt x="902240" y="78593"/>
                </a:lnTo>
                <a:lnTo>
                  <a:pt x="953962" y="78593"/>
                </a:lnTo>
                <a:lnTo>
                  <a:pt x="1856156" y="1453359"/>
                </a:lnTo>
                <a:close/>
              </a:path>
              <a:path w="1908175" h="1453515">
                <a:moveTo>
                  <a:pt x="0" y="1453359"/>
                </a:moveTo>
                <a:lnTo>
                  <a:pt x="51768" y="1453359"/>
                </a:lnTo>
                <a:lnTo>
                  <a:pt x="953962" y="78593"/>
                </a:lnTo>
                <a:lnTo>
                  <a:pt x="902240" y="78593"/>
                </a:lnTo>
                <a:lnTo>
                  <a:pt x="0" y="1453359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674450" y="9066669"/>
            <a:ext cx="3479800" cy="1220470"/>
          </a:xfrm>
          <a:custGeom>
            <a:avLst/>
            <a:gdLst/>
            <a:ahLst/>
            <a:cxnLst/>
            <a:rect l="l" t="t" r="r" b="b"/>
            <a:pathLst>
              <a:path w="3479800" h="1220470">
                <a:moveTo>
                  <a:pt x="3052813" y="308610"/>
                </a:moveTo>
                <a:lnTo>
                  <a:pt x="0" y="308610"/>
                </a:lnTo>
                <a:lnTo>
                  <a:pt x="0" y="351561"/>
                </a:lnTo>
                <a:lnTo>
                  <a:pt x="0" y="351790"/>
                </a:lnTo>
                <a:lnTo>
                  <a:pt x="0" y="1220343"/>
                </a:lnTo>
                <a:lnTo>
                  <a:pt x="43307" y="1220343"/>
                </a:lnTo>
                <a:lnTo>
                  <a:pt x="43307" y="351790"/>
                </a:lnTo>
                <a:lnTo>
                  <a:pt x="3009519" y="351790"/>
                </a:lnTo>
                <a:lnTo>
                  <a:pt x="3009519" y="1220470"/>
                </a:lnTo>
                <a:lnTo>
                  <a:pt x="3052813" y="1220470"/>
                </a:lnTo>
                <a:lnTo>
                  <a:pt x="3052813" y="351790"/>
                </a:lnTo>
                <a:lnTo>
                  <a:pt x="3052813" y="308610"/>
                </a:lnTo>
                <a:close/>
              </a:path>
              <a:path w="3479800" h="1220470">
                <a:moveTo>
                  <a:pt x="3479342" y="0"/>
                </a:moveTo>
                <a:lnTo>
                  <a:pt x="2734322" y="0"/>
                </a:lnTo>
                <a:lnTo>
                  <a:pt x="2734322" y="43180"/>
                </a:lnTo>
                <a:lnTo>
                  <a:pt x="3436035" y="43180"/>
                </a:lnTo>
                <a:lnTo>
                  <a:pt x="3436035" y="1220470"/>
                </a:lnTo>
                <a:lnTo>
                  <a:pt x="3479342" y="1220470"/>
                </a:lnTo>
                <a:lnTo>
                  <a:pt x="3479342" y="43180"/>
                </a:lnTo>
                <a:lnTo>
                  <a:pt x="347934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807" y="4580749"/>
            <a:ext cx="16040099" cy="2143124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107592" y="2154205"/>
            <a:ext cx="6550659" cy="1482725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 marR="5080">
              <a:lnSpc>
                <a:spcPts val="5480"/>
              </a:lnSpc>
              <a:spcBef>
                <a:spcPts val="715"/>
              </a:spcBef>
            </a:pPr>
            <a:r>
              <a:rPr dirty="0" sz="5000" spc="455"/>
              <a:t>IT22273758</a:t>
            </a:r>
            <a:r>
              <a:rPr dirty="0" sz="5000" spc="-125"/>
              <a:t> </a:t>
            </a:r>
            <a:r>
              <a:rPr dirty="0" sz="5000" spc="-1580"/>
              <a:t>|</a:t>
            </a:r>
            <a:r>
              <a:rPr dirty="0" sz="5000" spc="-125"/>
              <a:t> </a:t>
            </a:r>
            <a:r>
              <a:rPr dirty="0" sz="5000" spc="210"/>
              <a:t>K.A.I. </a:t>
            </a:r>
            <a:r>
              <a:rPr dirty="0" sz="5000" spc="484"/>
              <a:t>FERNANDO</a:t>
            </a:r>
            <a:endParaRPr sz="5000"/>
          </a:p>
        </p:txBody>
      </p:sp>
      <p:sp>
        <p:nvSpPr>
          <p:cNvPr id="8" name="object 8"/>
          <p:cNvSpPr txBox="1"/>
          <p:nvPr/>
        </p:nvSpPr>
        <p:spPr>
          <a:xfrm>
            <a:off x="1107592" y="7528452"/>
            <a:ext cx="75692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50" b="1">
                <a:solidFill>
                  <a:srgbClr val="033358"/>
                </a:solidFill>
                <a:latin typeface="Trebuchet MS"/>
                <a:cs typeface="Trebuchet MS"/>
              </a:rPr>
              <a:t>Specialized</a:t>
            </a:r>
            <a:r>
              <a:rPr dirty="0" sz="30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95" b="1">
                <a:solidFill>
                  <a:srgbClr val="033358"/>
                </a:solidFill>
                <a:latin typeface="Trebuchet MS"/>
                <a:cs typeface="Trebuchet MS"/>
              </a:rPr>
              <a:t>in</a:t>
            </a:r>
            <a:r>
              <a:rPr dirty="0" sz="3000" spc="-6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180" b="1">
                <a:solidFill>
                  <a:srgbClr val="033358"/>
                </a:solidFill>
                <a:latin typeface="Trebuchet MS"/>
                <a:cs typeface="Trebuchet MS"/>
              </a:rPr>
              <a:t>Information</a:t>
            </a:r>
            <a:r>
              <a:rPr dirty="0" sz="3000" spc="-5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000" spc="160" b="1">
                <a:solidFill>
                  <a:srgbClr val="033358"/>
                </a:solidFill>
                <a:latin typeface="Trebuchet MS"/>
                <a:cs typeface="Trebuchet MS"/>
              </a:rPr>
              <a:t>Technology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1236" y="9449625"/>
            <a:ext cx="782700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05" b="1">
                <a:solidFill>
                  <a:srgbClr val="033358"/>
                </a:solidFill>
                <a:latin typeface="Trebuchet MS"/>
                <a:cs typeface="Trebuchet MS"/>
              </a:rPr>
              <a:t>IT22273758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033358"/>
                </a:solidFill>
                <a:latin typeface="Trebuchet MS"/>
                <a:cs typeface="Trebuchet MS"/>
              </a:rPr>
              <a:t>K.A.I.Fernando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25</a:t>
            </a:r>
            <a:r>
              <a:rPr dirty="0" sz="2800" spc="-12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26J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70" b="1">
                <a:solidFill>
                  <a:srgbClr val="033358"/>
                </a:solidFill>
                <a:latin typeface="Trebuchet MS"/>
                <a:cs typeface="Trebuchet MS"/>
              </a:rPr>
              <a:t>383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8907" y="4582217"/>
            <a:ext cx="1150810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5810" marR="5080" indent="-2023745">
              <a:lnSpc>
                <a:spcPct val="133300"/>
              </a:lnSpc>
              <a:spcBef>
                <a:spcPts val="100"/>
              </a:spcBef>
            </a:pPr>
            <a:r>
              <a:rPr dirty="0" sz="4500" spc="350" b="1">
                <a:solidFill>
                  <a:srgbClr val="FFFFFF"/>
                </a:solidFill>
                <a:latin typeface="Trebuchet MS"/>
                <a:cs typeface="Trebuchet MS"/>
              </a:rPr>
              <a:t>ML-</a:t>
            </a:r>
            <a:r>
              <a:rPr dirty="0" sz="4500" spc="275" b="1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4500" spc="-2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120" b="1">
                <a:solidFill>
                  <a:srgbClr val="FFFFFF"/>
                </a:solidFill>
                <a:latin typeface="Trebuchet MS"/>
                <a:cs typeface="Trebuchet MS"/>
              </a:rPr>
              <a:t>Stuttering</a:t>
            </a:r>
            <a:r>
              <a:rPr dirty="0" sz="4500" spc="-2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250" b="1">
                <a:solidFill>
                  <a:srgbClr val="FFFFFF"/>
                </a:solidFill>
                <a:latin typeface="Trebuchet MS"/>
                <a:cs typeface="Trebuchet MS"/>
              </a:rPr>
              <a:t>Progress</a:t>
            </a:r>
            <a:r>
              <a:rPr dirty="0" sz="4500" spc="-2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70" b="1">
                <a:solidFill>
                  <a:srgbClr val="FFFFFF"/>
                </a:solidFill>
                <a:latin typeface="Trebuchet MS"/>
                <a:cs typeface="Trebuchet MS"/>
              </a:rPr>
              <a:t>Prediction with</a:t>
            </a:r>
            <a:r>
              <a:rPr dirty="0" sz="4500" spc="-3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80" b="1">
                <a:solidFill>
                  <a:srgbClr val="FFFFFF"/>
                </a:solidFill>
                <a:latin typeface="Trebuchet MS"/>
                <a:cs typeface="Trebuchet MS"/>
              </a:rPr>
              <a:t>Prediction</a:t>
            </a:r>
            <a:r>
              <a:rPr dirty="0" sz="4500" spc="-3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215" b="1">
                <a:solidFill>
                  <a:srgbClr val="FFFFFF"/>
                </a:solidFill>
                <a:latin typeface="Trebuchet MS"/>
                <a:cs typeface="Trebuchet MS"/>
              </a:rPr>
              <a:t>Dashboard</a:t>
            </a:r>
            <a:endParaRPr sz="45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66837" y="3665"/>
            <a:ext cx="4121162" cy="45815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72955"/>
            <a:ext cx="2437765" cy="3714115"/>
            <a:chOff x="0" y="6572955"/>
            <a:chExt cx="2437765" cy="3714115"/>
          </a:xfrm>
        </p:grpSpPr>
        <p:sp>
          <p:nvSpPr>
            <p:cNvPr id="3" name="object 3"/>
            <p:cNvSpPr/>
            <p:nvPr/>
          </p:nvSpPr>
          <p:spPr>
            <a:xfrm>
              <a:off x="0" y="6572961"/>
              <a:ext cx="2437765" cy="3714115"/>
            </a:xfrm>
            <a:custGeom>
              <a:avLst/>
              <a:gdLst/>
              <a:ahLst/>
              <a:cxnLst/>
              <a:rect l="l" t="t" r="r" b="b"/>
              <a:pathLst>
                <a:path w="2437765" h="3714115">
                  <a:moveTo>
                    <a:pt x="1466875" y="3714051"/>
                  </a:moveTo>
                  <a:lnTo>
                    <a:pt x="0" y="1544777"/>
                  </a:lnTo>
                  <a:lnTo>
                    <a:pt x="0" y="3714051"/>
                  </a:lnTo>
                  <a:lnTo>
                    <a:pt x="1466875" y="3714051"/>
                  </a:lnTo>
                  <a:close/>
                </a:path>
                <a:path w="2437765" h="3714115">
                  <a:moveTo>
                    <a:pt x="2437473" y="3714051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391499" y="3714051"/>
                  </a:lnTo>
                  <a:lnTo>
                    <a:pt x="2437473" y="3714051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8820080"/>
              <a:ext cx="35560" cy="38735"/>
            </a:xfrm>
            <a:custGeom>
              <a:avLst/>
              <a:gdLst/>
              <a:ahLst/>
              <a:cxnLst/>
              <a:rect l="l" t="t" r="r" b="b"/>
              <a:pathLst>
                <a:path w="35560" h="38734">
                  <a:moveTo>
                    <a:pt x="34991" y="38360"/>
                  </a:moveTo>
                  <a:lnTo>
                    <a:pt x="0" y="38360"/>
                  </a:lnTo>
                  <a:lnTo>
                    <a:pt x="0" y="0"/>
                  </a:lnTo>
                  <a:lnTo>
                    <a:pt x="34991" y="0"/>
                  </a:lnTo>
                  <a:lnTo>
                    <a:pt x="34991" y="3836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0" y="6388569"/>
            <a:ext cx="48895" cy="2167890"/>
          </a:xfrm>
          <a:custGeom>
            <a:avLst/>
            <a:gdLst/>
            <a:ahLst/>
            <a:cxnLst/>
            <a:rect l="l" t="t" r="r" b="b"/>
            <a:pathLst>
              <a:path w="48895" h="2167890">
                <a:moveTo>
                  <a:pt x="48412" y="0"/>
                </a:moveTo>
                <a:lnTo>
                  <a:pt x="0" y="0"/>
                </a:lnTo>
                <a:lnTo>
                  <a:pt x="0" y="38100"/>
                </a:lnTo>
                <a:lnTo>
                  <a:pt x="10045" y="38100"/>
                </a:lnTo>
                <a:lnTo>
                  <a:pt x="10045" y="2129790"/>
                </a:lnTo>
                <a:lnTo>
                  <a:pt x="0" y="2129790"/>
                </a:lnTo>
                <a:lnTo>
                  <a:pt x="0" y="2167890"/>
                </a:lnTo>
                <a:lnTo>
                  <a:pt x="48412" y="2167890"/>
                </a:lnTo>
                <a:lnTo>
                  <a:pt x="48412" y="2129790"/>
                </a:lnTo>
                <a:lnTo>
                  <a:pt x="48412" y="38100"/>
                </a:lnTo>
                <a:lnTo>
                  <a:pt x="48412" y="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81619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19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19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32083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71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71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82547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19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19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3010" y="10282773"/>
            <a:ext cx="41910" cy="4445"/>
          </a:xfrm>
          <a:custGeom>
            <a:avLst/>
            <a:gdLst/>
            <a:ahLst/>
            <a:cxnLst/>
            <a:rect l="l" t="t" r="r" b="b"/>
            <a:pathLst>
              <a:path w="41909" h="4445">
                <a:moveTo>
                  <a:pt x="41671" y="4226"/>
                </a:moveTo>
                <a:lnTo>
                  <a:pt x="0" y="4226"/>
                </a:lnTo>
                <a:lnTo>
                  <a:pt x="20809" y="0"/>
                </a:lnTo>
                <a:lnTo>
                  <a:pt x="41671" y="4226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8419" y="10033237"/>
            <a:ext cx="168020" cy="1680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883" y="10033237"/>
            <a:ext cx="168020" cy="1680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346" y="10033237"/>
            <a:ext cx="168020" cy="16802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016" y="10033237"/>
            <a:ext cx="158813" cy="1680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883" y="9783701"/>
            <a:ext cx="168020" cy="16802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8419" y="9783701"/>
            <a:ext cx="168020" cy="1680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46" y="9783701"/>
            <a:ext cx="168020" cy="1680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016" y="9783701"/>
            <a:ext cx="158813" cy="1680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8419" y="9534164"/>
            <a:ext cx="168020" cy="16802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883" y="9534164"/>
            <a:ext cx="168020" cy="1680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46" y="9534164"/>
            <a:ext cx="168020" cy="16802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016" y="9534164"/>
            <a:ext cx="158813" cy="16802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8419" y="9284628"/>
            <a:ext cx="168020" cy="16802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8883" y="9284628"/>
            <a:ext cx="168020" cy="16802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9346" y="9284628"/>
            <a:ext cx="168020" cy="16802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9016" y="9284627"/>
            <a:ext cx="158813" cy="16802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8419" y="9044106"/>
            <a:ext cx="168020" cy="15900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68883" y="9044106"/>
            <a:ext cx="168020" cy="15900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9346" y="9044106"/>
            <a:ext cx="168020" cy="15900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9016" y="9044106"/>
            <a:ext cx="158813" cy="15900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14742002" y="0"/>
            <a:ext cx="3546475" cy="5402580"/>
            <a:chOff x="14742002" y="0"/>
            <a:chExt cx="3546475" cy="5402580"/>
          </a:xfrm>
        </p:grpSpPr>
        <p:sp>
          <p:nvSpPr>
            <p:cNvPr id="31" name="object 31"/>
            <p:cNvSpPr/>
            <p:nvPr/>
          </p:nvSpPr>
          <p:spPr>
            <a:xfrm>
              <a:off x="14741994" y="0"/>
              <a:ext cx="3546475" cy="5402580"/>
            </a:xfrm>
            <a:custGeom>
              <a:avLst/>
              <a:gdLst/>
              <a:ahLst/>
              <a:cxnLst/>
              <a:rect l="l" t="t" r="r" b="b"/>
              <a:pathLst>
                <a:path w="3546475" h="5402580">
                  <a:moveTo>
                    <a:pt x="3545903" y="5323598"/>
                  </a:moveTo>
                  <a:lnTo>
                    <a:pt x="3545713" y="5323878"/>
                  </a:lnTo>
                  <a:lnTo>
                    <a:pt x="51904" y="0"/>
                  </a:lnTo>
                  <a:lnTo>
                    <a:pt x="0" y="0"/>
                  </a:lnTo>
                  <a:lnTo>
                    <a:pt x="3493986" y="5323878"/>
                  </a:lnTo>
                  <a:lnTo>
                    <a:pt x="3545573" y="5402478"/>
                  </a:lnTo>
                  <a:lnTo>
                    <a:pt x="3545903" y="5402478"/>
                  </a:lnTo>
                  <a:lnTo>
                    <a:pt x="3545903" y="5323598"/>
                  </a:lnTo>
                  <a:close/>
                </a:path>
                <a:path w="3546475" h="5402580">
                  <a:moveTo>
                    <a:pt x="3546005" y="0"/>
                  </a:moveTo>
                  <a:lnTo>
                    <a:pt x="1086446" y="0"/>
                  </a:lnTo>
                  <a:lnTo>
                    <a:pt x="3546005" y="3637267"/>
                  </a:lnTo>
                  <a:lnTo>
                    <a:pt x="354600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7741226" y="2073401"/>
              <a:ext cx="547370" cy="2787650"/>
            </a:xfrm>
            <a:custGeom>
              <a:avLst/>
              <a:gdLst/>
              <a:ahLst/>
              <a:cxnLst/>
              <a:rect l="l" t="t" r="r" b="b"/>
              <a:pathLst>
                <a:path w="547369" h="2787650">
                  <a:moveTo>
                    <a:pt x="546773" y="341414"/>
                  </a:moveTo>
                  <a:lnTo>
                    <a:pt x="0" y="341414"/>
                  </a:lnTo>
                  <a:lnTo>
                    <a:pt x="0" y="384594"/>
                  </a:lnTo>
                  <a:lnTo>
                    <a:pt x="0" y="2744254"/>
                  </a:lnTo>
                  <a:lnTo>
                    <a:pt x="0" y="2787434"/>
                  </a:lnTo>
                  <a:lnTo>
                    <a:pt x="546773" y="2787434"/>
                  </a:lnTo>
                  <a:lnTo>
                    <a:pt x="546773" y="2744254"/>
                  </a:lnTo>
                  <a:lnTo>
                    <a:pt x="43307" y="2744254"/>
                  </a:lnTo>
                  <a:lnTo>
                    <a:pt x="43307" y="384594"/>
                  </a:lnTo>
                  <a:lnTo>
                    <a:pt x="546773" y="384594"/>
                  </a:lnTo>
                  <a:lnTo>
                    <a:pt x="546773" y="341414"/>
                  </a:lnTo>
                  <a:close/>
                </a:path>
                <a:path w="547369" h="2787650">
                  <a:moveTo>
                    <a:pt x="546773" y="0"/>
                  </a:moveTo>
                  <a:lnTo>
                    <a:pt x="15163" y="0"/>
                  </a:lnTo>
                  <a:lnTo>
                    <a:pt x="15163" y="43294"/>
                  </a:lnTo>
                  <a:lnTo>
                    <a:pt x="546773" y="43294"/>
                  </a:lnTo>
                  <a:lnTo>
                    <a:pt x="546773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851" y="275911"/>
              <a:ext cx="189664" cy="18966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2532" y="275911"/>
              <a:ext cx="189664" cy="1896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94214" y="275911"/>
              <a:ext cx="189664" cy="1896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30851" y="557592"/>
              <a:ext cx="189664" cy="1896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75897" y="275910"/>
              <a:ext cx="179271" cy="1896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512532" y="557592"/>
              <a:ext cx="189664" cy="1896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794214" y="557592"/>
              <a:ext cx="189664" cy="18966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075897" y="557592"/>
              <a:ext cx="179271" cy="1896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839273"/>
              <a:ext cx="189664" cy="1896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839273"/>
              <a:ext cx="189664" cy="1896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839273"/>
              <a:ext cx="189664" cy="1896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839273"/>
              <a:ext cx="179271" cy="18966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120955"/>
              <a:ext cx="189664" cy="18966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120955"/>
              <a:ext cx="189664" cy="1896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120955"/>
              <a:ext cx="189664" cy="18966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120955"/>
              <a:ext cx="179271" cy="18966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402636"/>
              <a:ext cx="189664" cy="1896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402636"/>
              <a:ext cx="189664" cy="1896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402636"/>
              <a:ext cx="189664" cy="18966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402636"/>
              <a:ext cx="179271" cy="18966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30852" y="1684318"/>
              <a:ext cx="189664" cy="1794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12533" y="1684318"/>
              <a:ext cx="189664" cy="1794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94215" y="1684318"/>
              <a:ext cx="189664" cy="17948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075897" y="1684318"/>
              <a:ext cx="179271" cy="179488"/>
            </a:xfrm>
            <a:prstGeom prst="rect">
              <a:avLst/>
            </a:prstGeom>
          </p:spPr>
        </p:pic>
      </p:grpSp>
      <p:sp>
        <p:nvSpPr>
          <p:cNvPr id="57" name="object 57"/>
          <p:cNvSpPr/>
          <p:nvPr/>
        </p:nvSpPr>
        <p:spPr>
          <a:xfrm>
            <a:off x="17415571" y="8957580"/>
            <a:ext cx="872490" cy="1329690"/>
          </a:xfrm>
          <a:custGeom>
            <a:avLst/>
            <a:gdLst/>
            <a:ahLst/>
            <a:cxnLst/>
            <a:rect l="l" t="t" r="r" b="b"/>
            <a:pathLst>
              <a:path w="872490" h="1329690">
                <a:moveTo>
                  <a:pt x="44094" y="1329419"/>
                </a:moveTo>
                <a:lnTo>
                  <a:pt x="0" y="1329419"/>
                </a:lnTo>
                <a:lnTo>
                  <a:pt x="872428" y="0"/>
                </a:lnTo>
                <a:lnTo>
                  <a:pt x="872428" y="67200"/>
                </a:lnTo>
                <a:lnTo>
                  <a:pt x="44094" y="1329419"/>
                </a:lnTo>
                <a:close/>
              </a:path>
            </a:pathLst>
          </a:custGeom>
          <a:solidFill>
            <a:srgbClr val="9AD9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6636708" y="7861642"/>
            <a:ext cx="1651635" cy="2425700"/>
          </a:xfrm>
          <a:custGeom>
            <a:avLst/>
            <a:gdLst/>
            <a:ahLst/>
            <a:cxnLst/>
            <a:rect l="l" t="t" r="r" b="b"/>
            <a:pathLst>
              <a:path w="1651634" h="2425700">
                <a:moveTo>
                  <a:pt x="635355" y="0"/>
                </a:moveTo>
                <a:lnTo>
                  <a:pt x="0" y="0"/>
                </a:lnTo>
                <a:lnTo>
                  <a:pt x="0" y="36830"/>
                </a:lnTo>
                <a:lnTo>
                  <a:pt x="0" y="2425700"/>
                </a:lnTo>
                <a:lnTo>
                  <a:pt x="36918" y="2425700"/>
                </a:lnTo>
                <a:lnTo>
                  <a:pt x="36918" y="36830"/>
                </a:lnTo>
                <a:lnTo>
                  <a:pt x="635355" y="36830"/>
                </a:lnTo>
                <a:lnTo>
                  <a:pt x="635355" y="0"/>
                </a:lnTo>
                <a:close/>
              </a:path>
              <a:path w="1651634" h="2425700">
                <a:moveTo>
                  <a:pt x="1651279" y="262890"/>
                </a:moveTo>
                <a:lnTo>
                  <a:pt x="363740" y="262890"/>
                </a:lnTo>
                <a:lnTo>
                  <a:pt x="363740" y="299720"/>
                </a:lnTo>
                <a:lnTo>
                  <a:pt x="363740" y="2312670"/>
                </a:lnTo>
                <a:lnTo>
                  <a:pt x="363740" y="2349500"/>
                </a:lnTo>
                <a:lnTo>
                  <a:pt x="1651279" y="2349500"/>
                </a:lnTo>
                <a:lnTo>
                  <a:pt x="1651279" y="2312670"/>
                </a:lnTo>
                <a:lnTo>
                  <a:pt x="400672" y="2312670"/>
                </a:lnTo>
                <a:lnTo>
                  <a:pt x="400672" y="299720"/>
                </a:lnTo>
                <a:lnTo>
                  <a:pt x="1651279" y="299720"/>
                </a:lnTo>
                <a:lnTo>
                  <a:pt x="1651279" y="262890"/>
                </a:lnTo>
                <a:close/>
              </a:path>
            </a:pathLst>
          </a:custGeom>
          <a:solidFill>
            <a:srgbClr val="56C2D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/>
          <p:cNvGrpSpPr/>
          <p:nvPr/>
        </p:nvGrpSpPr>
        <p:grpSpPr>
          <a:xfrm>
            <a:off x="0" y="0"/>
            <a:ext cx="2237105" cy="2589530"/>
            <a:chOff x="0" y="0"/>
            <a:chExt cx="2237105" cy="2589530"/>
          </a:xfrm>
        </p:grpSpPr>
        <p:sp>
          <p:nvSpPr>
            <p:cNvPr id="60" name="object 60"/>
            <p:cNvSpPr/>
            <p:nvPr/>
          </p:nvSpPr>
          <p:spPr>
            <a:xfrm>
              <a:off x="0" y="11"/>
              <a:ext cx="1699260" cy="2589530"/>
            </a:xfrm>
            <a:custGeom>
              <a:avLst/>
              <a:gdLst/>
              <a:ahLst/>
              <a:cxnLst/>
              <a:rect l="l" t="t" r="r" b="b"/>
              <a:pathLst>
                <a:path w="1699260" h="2589530">
                  <a:moveTo>
                    <a:pt x="831646" y="0"/>
                  </a:moveTo>
                  <a:lnTo>
                    <a:pt x="0" y="0"/>
                  </a:lnTo>
                  <a:lnTo>
                    <a:pt x="0" y="1229855"/>
                  </a:lnTo>
                  <a:lnTo>
                    <a:pt x="831646" y="0"/>
                  </a:lnTo>
                  <a:close/>
                </a:path>
                <a:path w="1699260" h="2589530">
                  <a:moveTo>
                    <a:pt x="1699094" y="0"/>
                  </a:moveTo>
                  <a:lnTo>
                    <a:pt x="1658467" y="0"/>
                  </a:lnTo>
                  <a:lnTo>
                    <a:pt x="0" y="2527185"/>
                  </a:lnTo>
                  <a:lnTo>
                    <a:pt x="0" y="2589098"/>
                  </a:lnTo>
                  <a:lnTo>
                    <a:pt x="1699094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0" y="76554"/>
              <a:ext cx="2237105" cy="2432050"/>
            </a:xfrm>
            <a:custGeom>
              <a:avLst/>
              <a:gdLst/>
              <a:ahLst/>
              <a:cxnLst/>
              <a:rect l="l" t="t" r="r" b="b"/>
              <a:pathLst>
                <a:path w="2237105" h="2432050">
                  <a:moveTo>
                    <a:pt x="1901812" y="267970"/>
                  </a:moveTo>
                  <a:lnTo>
                    <a:pt x="0" y="267970"/>
                  </a:lnTo>
                  <a:lnTo>
                    <a:pt x="0" y="300990"/>
                  </a:lnTo>
                  <a:lnTo>
                    <a:pt x="1867789" y="300990"/>
                  </a:lnTo>
                  <a:lnTo>
                    <a:pt x="1867789" y="2155190"/>
                  </a:lnTo>
                  <a:lnTo>
                    <a:pt x="0" y="2155190"/>
                  </a:lnTo>
                  <a:lnTo>
                    <a:pt x="0" y="2189480"/>
                  </a:lnTo>
                  <a:lnTo>
                    <a:pt x="1901812" y="2189480"/>
                  </a:lnTo>
                  <a:lnTo>
                    <a:pt x="1901812" y="2155190"/>
                  </a:lnTo>
                  <a:lnTo>
                    <a:pt x="1901812" y="300990"/>
                  </a:lnTo>
                  <a:lnTo>
                    <a:pt x="1901812" y="267970"/>
                  </a:lnTo>
                  <a:close/>
                </a:path>
                <a:path w="2237105" h="2432050">
                  <a:moveTo>
                    <a:pt x="223694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2202916" y="33020"/>
                  </a:lnTo>
                  <a:lnTo>
                    <a:pt x="2202916" y="2397760"/>
                  </a:lnTo>
                  <a:lnTo>
                    <a:pt x="1651584" y="2397760"/>
                  </a:lnTo>
                  <a:lnTo>
                    <a:pt x="1651584" y="2432050"/>
                  </a:lnTo>
                  <a:lnTo>
                    <a:pt x="2236940" y="2432050"/>
                  </a:lnTo>
                  <a:lnTo>
                    <a:pt x="2236940" y="2397760"/>
                  </a:lnTo>
                  <a:lnTo>
                    <a:pt x="2236940" y="33020"/>
                  </a:lnTo>
                  <a:lnTo>
                    <a:pt x="223694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7840" rIns="0" bIns="0" rtlCol="0" vert="horz">
            <a:spAutoFit/>
          </a:bodyPr>
          <a:lstStyle/>
          <a:p>
            <a:pPr marL="5090160" marR="5080" indent="-3382010">
              <a:lnSpc>
                <a:spcPts val="4580"/>
              </a:lnSpc>
              <a:spcBef>
                <a:spcPts val="935"/>
              </a:spcBef>
            </a:pPr>
            <a:r>
              <a:rPr dirty="0" spc="350"/>
              <a:t>ML-</a:t>
            </a:r>
            <a:r>
              <a:rPr dirty="0" spc="270"/>
              <a:t>Based</a:t>
            </a:r>
            <a:r>
              <a:rPr dirty="0" spc="-305"/>
              <a:t> </a:t>
            </a:r>
            <a:r>
              <a:rPr dirty="0" spc="120"/>
              <a:t>Stuttering</a:t>
            </a:r>
            <a:r>
              <a:rPr dirty="0" spc="-300"/>
              <a:t> </a:t>
            </a:r>
            <a:r>
              <a:rPr dirty="0" spc="250"/>
              <a:t>Progress</a:t>
            </a:r>
            <a:r>
              <a:rPr dirty="0" spc="-300"/>
              <a:t> </a:t>
            </a:r>
            <a:r>
              <a:rPr dirty="0" spc="75"/>
              <a:t>Prediction</a:t>
            </a:r>
            <a:r>
              <a:rPr dirty="0" spc="-300"/>
              <a:t> </a:t>
            </a:r>
            <a:r>
              <a:rPr dirty="0" spc="50"/>
              <a:t>with </a:t>
            </a:r>
            <a:r>
              <a:rPr dirty="0" spc="75"/>
              <a:t>Prediction</a:t>
            </a:r>
            <a:r>
              <a:rPr dirty="0" spc="-285"/>
              <a:t> </a:t>
            </a:r>
            <a:r>
              <a:rPr dirty="0" spc="210"/>
              <a:t>Dashboard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2139690" y="2186369"/>
            <a:ext cx="14008735" cy="768413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3100" spc="100" b="1">
                <a:solidFill>
                  <a:srgbClr val="033358"/>
                </a:solidFill>
                <a:latin typeface="Trebuchet MS"/>
                <a:cs typeface="Trebuchet MS"/>
              </a:rPr>
              <a:t>The</a:t>
            </a:r>
            <a:r>
              <a:rPr dirty="0" sz="3100" spc="-21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100" spc="75" b="1">
                <a:solidFill>
                  <a:srgbClr val="033358"/>
                </a:solidFill>
                <a:latin typeface="Trebuchet MS"/>
                <a:cs typeface="Trebuchet MS"/>
              </a:rPr>
              <a:t>Problem</a:t>
            </a:r>
            <a:endParaRPr sz="3100">
              <a:latin typeface="Trebuchet MS"/>
              <a:cs typeface="Trebuchet MS"/>
            </a:endParaRPr>
          </a:p>
          <a:p>
            <a:pPr algn="just" marL="12700" marR="5080">
              <a:lnSpc>
                <a:spcPts val="2930"/>
              </a:lnSpc>
              <a:spcBef>
                <a:spcPts val="3035"/>
              </a:spcBef>
            </a:pPr>
            <a:r>
              <a:rPr dirty="0" sz="2450" spc="225">
                <a:solidFill>
                  <a:srgbClr val="033358"/>
                </a:solidFill>
                <a:latin typeface="Trebuchet MS"/>
                <a:cs typeface="Trebuchet MS"/>
              </a:rPr>
              <a:t>Most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stuttering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tools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only </a:t>
            </a:r>
            <a:r>
              <a:rPr dirty="0" sz="2450" spc="90">
                <a:solidFill>
                  <a:srgbClr val="033358"/>
                </a:solidFill>
                <a:latin typeface="Trebuchet MS"/>
                <a:cs typeface="Trebuchet MS"/>
              </a:rPr>
              <a:t>provide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5">
                <a:solidFill>
                  <a:srgbClr val="033358"/>
                </a:solidFill>
                <a:latin typeface="Trebuchet MS"/>
                <a:cs typeface="Trebuchet MS"/>
              </a:rPr>
              <a:t>single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snapshot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65">
                <a:solidFill>
                  <a:srgbClr val="033358"/>
                </a:solidFill>
                <a:latin typeface="Trebuchet MS"/>
                <a:cs typeface="Trebuchet MS"/>
              </a:rPr>
              <a:t>assessment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8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they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measure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severity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-25">
                <a:solidFill>
                  <a:srgbClr val="033358"/>
                </a:solidFill>
                <a:latin typeface="Trebuchet MS"/>
                <a:cs typeface="Trebuchet MS"/>
              </a:rPr>
              <a:t>at </a:t>
            </a:r>
            <a:r>
              <a:rPr dirty="0" sz="2450" spc="120">
                <a:solidFill>
                  <a:srgbClr val="033358"/>
                </a:solidFill>
                <a:latin typeface="Trebuchet MS"/>
                <a:cs typeface="Trebuchet MS"/>
              </a:rPr>
              <a:t>one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5">
                <a:solidFill>
                  <a:srgbClr val="033358"/>
                </a:solidFill>
                <a:latin typeface="Trebuchet MS"/>
                <a:cs typeface="Trebuchet MS"/>
              </a:rPr>
              <a:t>moment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but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offer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no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50">
                <a:solidFill>
                  <a:srgbClr val="033358"/>
                </a:solidFill>
                <a:latin typeface="Trebuchet MS"/>
                <a:cs typeface="Trebuchet MS"/>
              </a:rPr>
              <a:t>way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to</a:t>
            </a:r>
            <a:r>
              <a:rPr dirty="0" sz="2450" spc="61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70">
                <a:solidFill>
                  <a:srgbClr val="033358"/>
                </a:solidFill>
                <a:latin typeface="Trebuchet MS"/>
                <a:cs typeface="Trebuchet MS"/>
              </a:rPr>
              <a:t>see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whether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therapy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is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00">
                <a:solidFill>
                  <a:srgbClr val="033358"/>
                </a:solidFill>
                <a:latin typeface="Trebuchet MS"/>
                <a:cs typeface="Trebuchet MS"/>
              </a:rPr>
              <a:t>working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0">
                <a:solidFill>
                  <a:srgbClr val="033358"/>
                </a:solidFill>
                <a:latin typeface="Trebuchet MS"/>
                <a:cs typeface="Trebuchet MS"/>
              </a:rPr>
              <a:t>over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05">
                <a:solidFill>
                  <a:srgbClr val="033358"/>
                </a:solidFill>
                <a:latin typeface="Trebuchet MS"/>
                <a:cs typeface="Trebuchet MS"/>
              </a:rPr>
              <a:t>days,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weeks,</a:t>
            </a:r>
            <a:r>
              <a:rPr dirty="0" sz="2450" spc="60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5">
                <a:solidFill>
                  <a:srgbClr val="033358"/>
                </a:solidFill>
                <a:latin typeface="Trebuchet MS"/>
                <a:cs typeface="Trebuchet MS"/>
              </a:rPr>
              <a:t>or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months.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Clinicians</a:t>
            </a:r>
            <a:r>
              <a:rPr dirty="0" sz="2450" spc="1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5">
                <a:solidFill>
                  <a:srgbClr val="033358"/>
                </a:solidFill>
                <a:latin typeface="Trebuchet MS"/>
                <a:cs typeface="Trebuchet MS"/>
              </a:rPr>
              <a:t>parents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have</a:t>
            </a:r>
            <a:r>
              <a:rPr dirty="0" sz="2450" spc="1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no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05">
                <a:solidFill>
                  <a:srgbClr val="033358"/>
                </a:solidFill>
                <a:latin typeface="Trebuchet MS"/>
                <a:cs typeface="Trebuchet MS"/>
              </a:rPr>
              <a:t>data-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driven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5">
                <a:solidFill>
                  <a:srgbClr val="033358"/>
                </a:solidFill>
                <a:latin typeface="Trebuchet MS"/>
                <a:cs typeface="Trebuchet MS"/>
              </a:rPr>
              <a:t>view</a:t>
            </a:r>
            <a:r>
              <a:rPr dirty="0" sz="2450" spc="1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of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long-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term</a:t>
            </a:r>
            <a:r>
              <a:rPr dirty="0" sz="2450" spc="14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improvement,</a:t>
            </a:r>
            <a:r>
              <a:rPr dirty="0" sz="2450" spc="1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90">
                <a:solidFill>
                  <a:srgbClr val="033358"/>
                </a:solidFill>
                <a:latin typeface="Trebuchet MS"/>
                <a:cs typeface="Trebuchet MS"/>
              </a:rPr>
              <a:t>making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it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90">
                <a:solidFill>
                  <a:srgbClr val="033358"/>
                </a:solidFill>
                <a:latin typeface="Trebuchet MS"/>
                <a:cs typeface="Trebuchet MS"/>
              </a:rPr>
              <a:t>impossible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to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35">
                <a:solidFill>
                  <a:srgbClr val="033358"/>
                </a:solidFill>
                <a:latin typeface="Trebuchet MS"/>
                <a:cs typeface="Trebuchet MS"/>
              </a:rPr>
              <a:t>know</a:t>
            </a:r>
            <a:r>
              <a:rPr dirty="0" sz="2450" spc="-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25">
                <a:solidFill>
                  <a:srgbClr val="033358"/>
                </a:solidFill>
                <a:latin typeface="Trebuchet MS"/>
                <a:cs typeface="Trebuchet MS"/>
              </a:rPr>
              <a:t>when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to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adjust</a:t>
            </a:r>
            <a:r>
              <a:rPr dirty="0" sz="2450" spc="-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75">
                <a:solidFill>
                  <a:srgbClr val="033358"/>
                </a:solidFill>
                <a:latin typeface="Trebuchet MS"/>
                <a:cs typeface="Trebuchet MS"/>
              </a:rPr>
              <a:t>therapy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55">
                <a:solidFill>
                  <a:srgbClr val="033358"/>
                </a:solidFill>
                <a:latin typeface="Trebuchet MS"/>
                <a:cs typeface="Trebuchet MS"/>
              </a:rPr>
              <a:t>plan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450" spc="-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escalate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care.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229">
                <a:solidFill>
                  <a:srgbClr val="033358"/>
                </a:solidFill>
                <a:latin typeface="Trebuchet MS"/>
                <a:cs typeface="Trebuchet MS"/>
              </a:rPr>
              <a:t>No</a:t>
            </a:r>
            <a:r>
              <a:rPr dirty="0" sz="2450" spc="-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existing</a:t>
            </a:r>
            <a:r>
              <a:rPr dirty="0" sz="2450" spc="-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450" spc="-20">
                <a:solidFill>
                  <a:srgbClr val="033358"/>
                </a:solidFill>
                <a:latin typeface="Trebuchet MS"/>
                <a:cs typeface="Trebuchet MS"/>
              </a:rPr>
              <a:t>tool </a:t>
            </a:r>
            <a:r>
              <a:rPr dirty="0" sz="2450" spc="110">
                <a:solidFill>
                  <a:srgbClr val="033358"/>
                </a:solidFill>
                <a:latin typeface="Trebuchet MS"/>
                <a:cs typeface="Trebuchet MS"/>
              </a:rPr>
              <a:t>generates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exportable </a:t>
            </a:r>
            <a:r>
              <a:rPr dirty="0" sz="2450" spc="160">
                <a:solidFill>
                  <a:srgbClr val="033358"/>
                </a:solidFill>
                <a:latin typeface="Trebuchet MS"/>
                <a:cs typeface="Trebuchet MS"/>
              </a:rPr>
              <a:t>progress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reports,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forecasts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future</a:t>
            </a:r>
            <a:r>
              <a:rPr dirty="0" sz="2450" spc="7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fluency</a:t>
            </a:r>
            <a:r>
              <a:rPr dirty="0" sz="2450" spc="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trends,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0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provides</a:t>
            </a:r>
            <a:r>
              <a:rPr dirty="0" sz="2450" spc="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5">
                <a:solidFill>
                  <a:srgbClr val="033358"/>
                </a:solidFill>
                <a:latin typeface="Trebuchet MS"/>
                <a:cs typeface="Trebuchet MS"/>
              </a:rPr>
              <a:t>separate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tailored</a:t>
            </a:r>
            <a:r>
              <a:rPr dirty="0" sz="2450" spc="2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60">
                <a:solidFill>
                  <a:srgbClr val="033358"/>
                </a:solidFill>
                <a:latin typeface="Trebuchet MS"/>
                <a:cs typeface="Trebuchet MS"/>
              </a:rPr>
              <a:t>dashboards</a:t>
            </a:r>
            <a:r>
              <a:rPr dirty="0" sz="2450" spc="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0">
                <a:solidFill>
                  <a:srgbClr val="033358"/>
                </a:solidFill>
                <a:latin typeface="Trebuchet MS"/>
                <a:cs typeface="Trebuchet MS"/>
              </a:rPr>
              <a:t>for</a:t>
            </a:r>
            <a:r>
              <a:rPr dirty="0" sz="2450" spc="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children,</a:t>
            </a:r>
            <a:r>
              <a:rPr dirty="0" sz="2450" spc="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55">
                <a:solidFill>
                  <a:srgbClr val="033358"/>
                </a:solidFill>
                <a:latin typeface="Trebuchet MS"/>
                <a:cs typeface="Trebuchet MS"/>
              </a:rPr>
              <a:t>parents,</a:t>
            </a:r>
            <a:r>
              <a:rPr dirty="0" sz="2450" spc="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30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450" spc="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45">
                <a:solidFill>
                  <a:srgbClr val="033358"/>
                </a:solidFill>
                <a:latin typeface="Trebuchet MS"/>
                <a:cs typeface="Trebuchet MS"/>
              </a:rPr>
              <a:t>clinicians</a:t>
            </a:r>
            <a:r>
              <a:rPr dirty="0" sz="2450" spc="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within</a:t>
            </a:r>
            <a:r>
              <a:rPr dirty="0" sz="2450" spc="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114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450" spc="3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85">
                <a:solidFill>
                  <a:srgbClr val="033358"/>
                </a:solidFill>
                <a:latin typeface="Trebuchet MS"/>
                <a:cs typeface="Trebuchet MS"/>
              </a:rPr>
              <a:t>single</a:t>
            </a:r>
            <a:r>
              <a:rPr dirty="0" sz="2450" spc="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033358"/>
                </a:solidFill>
                <a:latin typeface="Trebuchet MS"/>
                <a:cs typeface="Trebuchet MS"/>
              </a:rPr>
              <a:t>unified</a:t>
            </a:r>
            <a:r>
              <a:rPr dirty="0" sz="2450" spc="4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033358"/>
                </a:solidFill>
                <a:latin typeface="Trebuchet MS"/>
                <a:cs typeface="Trebuchet MS"/>
              </a:rPr>
              <a:t>platform</a:t>
            </a:r>
            <a:endParaRPr sz="2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2740"/>
              </a:spcBef>
            </a:pPr>
            <a:r>
              <a:rPr dirty="0" sz="3100" spc="150" b="1">
                <a:solidFill>
                  <a:srgbClr val="033358"/>
                </a:solidFill>
                <a:latin typeface="Trebuchet MS"/>
                <a:cs typeface="Trebuchet MS"/>
              </a:rPr>
              <a:t>Core</a:t>
            </a:r>
            <a:r>
              <a:rPr dirty="0" sz="3100" spc="-20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3100" spc="130" b="1">
                <a:solidFill>
                  <a:srgbClr val="033358"/>
                </a:solidFill>
                <a:latin typeface="Trebuchet MS"/>
                <a:cs typeface="Trebuchet MS"/>
              </a:rPr>
              <a:t>Purpose</a:t>
            </a:r>
            <a:endParaRPr sz="3100">
              <a:latin typeface="Trebuchet MS"/>
              <a:cs typeface="Trebuchet MS"/>
            </a:endParaRPr>
          </a:p>
          <a:p>
            <a:pPr algn="just" marL="12700" marR="5080">
              <a:lnSpc>
                <a:spcPct val="100499"/>
              </a:lnSpc>
              <a:spcBef>
                <a:spcPts val="3040"/>
              </a:spcBef>
            </a:pP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Continuously</a:t>
            </a:r>
            <a:r>
              <a:rPr dirty="0" sz="2550" spc="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log</a:t>
            </a:r>
            <a:r>
              <a:rPr dirty="0" sz="2550" spc="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10">
                <a:solidFill>
                  <a:srgbClr val="033358"/>
                </a:solidFill>
                <a:latin typeface="Trebuchet MS"/>
                <a:cs typeface="Trebuchet MS"/>
              </a:rPr>
              <a:t>every</a:t>
            </a:r>
            <a:r>
              <a:rPr dirty="0" sz="2550" spc="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70">
                <a:solidFill>
                  <a:srgbClr val="033358"/>
                </a:solidFill>
                <a:latin typeface="Trebuchet MS"/>
                <a:cs typeface="Trebuchet MS"/>
              </a:rPr>
              <a:t>session</a:t>
            </a:r>
            <a:r>
              <a:rPr dirty="0" sz="2550" spc="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score,</a:t>
            </a:r>
            <a:r>
              <a:rPr dirty="0" sz="2550" spc="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error</a:t>
            </a:r>
            <a:r>
              <a:rPr dirty="0" sz="2550" spc="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type,</a:t>
            </a:r>
            <a:r>
              <a:rPr dirty="0" sz="2550" spc="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timestamp</a:t>
            </a:r>
            <a:r>
              <a:rPr dirty="0" sz="2550" spc="2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into</a:t>
            </a:r>
            <a:r>
              <a:rPr dirty="0" sz="2550" spc="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Firebase</a:t>
            </a:r>
            <a:r>
              <a:rPr dirty="0" sz="2550" spc="3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10">
                <a:solidFill>
                  <a:srgbClr val="033358"/>
                </a:solidFill>
                <a:latin typeface="Trebuchet MS"/>
                <a:cs typeface="Trebuchet MS"/>
              </a:rPr>
              <a:t>and </a:t>
            </a:r>
            <a:r>
              <a:rPr dirty="0" sz="2550" spc="200">
                <a:solidFill>
                  <a:srgbClr val="033358"/>
                </a:solidFill>
                <a:latin typeface="Trebuchet MS"/>
                <a:cs typeface="Trebuchet MS"/>
              </a:rPr>
              <a:t>MongoDB,</a:t>
            </a:r>
            <a:r>
              <a:rPr dirty="0" sz="2550" spc="459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then</a:t>
            </a:r>
            <a:r>
              <a:rPr dirty="0" sz="2550" spc="45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visualize</a:t>
            </a:r>
            <a:r>
              <a:rPr dirty="0" sz="2550" spc="459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fluency</a:t>
            </a:r>
            <a:r>
              <a:rPr dirty="0" sz="2550" spc="459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00">
                <a:solidFill>
                  <a:srgbClr val="033358"/>
                </a:solidFill>
                <a:latin typeface="Trebuchet MS"/>
                <a:cs typeface="Trebuchet MS"/>
              </a:rPr>
              <a:t>trends</a:t>
            </a:r>
            <a:r>
              <a:rPr dirty="0" sz="2550" spc="45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through</a:t>
            </a:r>
            <a:r>
              <a:rPr dirty="0" sz="2550" spc="459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interactive</a:t>
            </a:r>
            <a:r>
              <a:rPr dirty="0" sz="2550" spc="459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Plotly</a:t>
            </a:r>
            <a:r>
              <a:rPr dirty="0" sz="2550" spc="45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or</a:t>
            </a:r>
            <a:r>
              <a:rPr dirty="0" sz="2550" spc="459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-10">
                <a:solidFill>
                  <a:srgbClr val="033358"/>
                </a:solidFill>
                <a:latin typeface="Trebuchet MS"/>
                <a:cs typeface="Trebuchet MS"/>
              </a:rPr>
              <a:t>Streamlit 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dashboards</a:t>
            </a:r>
            <a:r>
              <a:rPr dirty="0" sz="2550" spc="-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710">
                <a:solidFill>
                  <a:srgbClr val="033358"/>
                </a:solidFill>
                <a:latin typeface="Trebuchet MS"/>
                <a:cs typeface="Trebuchet MS"/>
              </a:rPr>
              <a:t>—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 with</a:t>
            </a:r>
            <a:r>
              <a:rPr dirty="0" sz="2550" spc="-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 child</a:t>
            </a:r>
            <a:r>
              <a:rPr dirty="0" sz="2550" spc="-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view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55">
                <a:solidFill>
                  <a:srgbClr val="033358"/>
                </a:solidFill>
                <a:latin typeface="Trebuchet MS"/>
                <a:cs typeface="Trebuchet MS"/>
              </a:rPr>
              <a:t>showing</a:t>
            </a:r>
            <a:r>
              <a:rPr dirty="0" sz="2550" spc="-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gamified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rewards,</a:t>
            </a:r>
            <a:r>
              <a:rPr dirty="0" sz="2550" spc="-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parent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view</a:t>
            </a:r>
            <a:r>
              <a:rPr dirty="0" sz="2550" spc="-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45">
                <a:solidFill>
                  <a:srgbClr val="033358"/>
                </a:solidFill>
                <a:latin typeface="Trebuchet MS"/>
                <a:cs typeface="Trebuchet MS"/>
              </a:rPr>
              <a:t>showing 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weekly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50">
                <a:solidFill>
                  <a:srgbClr val="033358"/>
                </a:solidFill>
                <a:latin typeface="Trebuchet MS"/>
                <a:cs typeface="Trebuchet MS"/>
              </a:rPr>
              <a:t>score</a:t>
            </a:r>
            <a:r>
              <a:rPr dirty="0" sz="2550" spc="1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charts,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2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 spc="1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clinician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85">
                <a:solidFill>
                  <a:srgbClr val="033358"/>
                </a:solidFill>
                <a:latin typeface="Trebuchet MS"/>
                <a:cs typeface="Trebuchet MS"/>
              </a:rPr>
              <a:t>view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with</a:t>
            </a:r>
            <a:r>
              <a:rPr dirty="0" sz="2550" spc="1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full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acoustic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70">
                <a:solidFill>
                  <a:srgbClr val="033358"/>
                </a:solidFill>
                <a:latin typeface="Trebuchet MS"/>
                <a:cs typeface="Trebuchet MS"/>
              </a:rPr>
              <a:t>analytics</a:t>
            </a:r>
            <a:r>
              <a:rPr dirty="0" sz="2550" spc="165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and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exportable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95">
                <a:solidFill>
                  <a:srgbClr val="033358"/>
                </a:solidFill>
                <a:latin typeface="Trebuchet MS"/>
                <a:cs typeface="Trebuchet MS"/>
              </a:rPr>
              <a:t>PDF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reports.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240">
                <a:solidFill>
                  <a:srgbClr val="033358"/>
                </a:solidFill>
                <a:latin typeface="Trebuchet MS"/>
                <a:cs typeface="Trebuchet MS"/>
              </a:rPr>
              <a:t>A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Prophet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50">
                <a:solidFill>
                  <a:srgbClr val="033358"/>
                </a:solidFill>
                <a:latin typeface="Trebuchet MS"/>
                <a:cs typeface="Trebuchet MS"/>
              </a:rPr>
              <a:t>time-</a:t>
            </a:r>
            <a:r>
              <a:rPr dirty="0" sz="2550" spc="114">
                <a:solidFill>
                  <a:srgbClr val="033358"/>
                </a:solidFill>
                <a:latin typeface="Trebuchet MS"/>
                <a:cs typeface="Trebuchet MS"/>
              </a:rPr>
              <a:t>series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80">
                <a:solidFill>
                  <a:srgbClr val="033358"/>
                </a:solidFill>
                <a:latin typeface="Trebuchet MS"/>
                <a:cs typeface="Trebuchet MS"/>
              </a:rPr>
              <a:t>model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14">
                <a:solidFill>
                  <a:srgbClr val="033358"/>
                </a:solidFill>
                <a:latin typeface="Trebuchet MS"/>
                <a:cs typeface="Trebuchet MS"/>
              </a:rPr>
              <a:t>forecasts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30">
                <a:solidFill>
                  <a:srgbClr val="033358"/>
                </a:solidFill>
                <a:latin typeface="Trebuchet MS"/>
                <a:cs typeface="Trebuchet MS"/>
              </a:rPr>
              <a:t>each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child's</a:t>
            </a:r>
            <a:r>
              <a:rPr dirty="0" sz="2550" spc="55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100">
                <a:solidFill>
                  <a:srgbClr val="033358"/>
                </a:solidFill>
                <a:latin typeface="Trebuchet MS"/>
                <a:cs typeface="Trebuchet MS"/>
              </a:rPr>
              <a:t>expected</a:t>
            </a:r>
            <a:r>
              <a:rPr dirty="0" sz="2550" spc="60">
                <a:solidFill>
                  <a:srgbClr val="033358"/>
                </a:solidFill>
                <a:latin typeface="Trebuchet MS"/>
                <a:cs typeface="Trebuchet MS"/>
              </a:rPr>
              <a:t>  </a:t>
            </a:r>
            <a:r>
              <a:rPr dirty="0" sz="2550" spc="65">
                <a:solidFill>
                  <a:srgbClr val="033358"/>
                </a:solidFill>
                <a:latin typeface="Trebuchet MS"/>
                <a:cs typeface="Trebuchet MS"/>
              </a:rPr>
              <a:t>improvement 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trajectory, </a:t>
            </a:r>
            <a:r>
              <a:rPr dirty="0" sz="2550" spc="105">
                <a:solidFill>
                  <a:srgbClr val="033358"/>
                </a:solidFill>
                <a:latin typeface="Trebuchet MS"/>
                <a:cs typeface="Trebuchet MS"/>
              </a:rPr>
              <a:t>giving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45">
                <a:solidFill>
                  <a:srgbClr val="033358"/>
                </a:solidFill>
                <a:latin typeface="Trebuchet MS"/>
                <a:cs typeface="Trebuchet MS"/>
              </a:rPr>
              <a:t>clinicians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early </a:t>
            </a:r>
            <a:r>
              <a:rPr dirty="0" sz="2550" spc="100">
                <a:solidFill>
                  <a:srgbClr val="033358"/>
                </a:solidFill>
                <a:latin typeface="Trebuchet MS"/>
                <a:cs typeface="Trebuchet MS"/>
              </a:rPr>
              <a:t>warning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35">
                <a:solidFill>
                  <a:srgbClr val="033358"/>
                </a:solidFill>
                <a:latin typeface="Trebuchet MS"/>
                <a:cs typeface="Trebuchet MS"/>
              </a:rPr>
              <a:t>when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160">
                <a:solidFill>
                  <a:srgbClr val="033358"/>
                </a:solidFill>
                <a:latin typeface="Trebuchet MS"/>
                <a:cs typeface="Trebuchet MS"/>
              </a:rPr>
              <a:t>progress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95">
                <a:solidFill>
                  <a:srgbClr val="033358"/>
                </a:solidFill>
                <a:latin typeface="Trebuchet MS"/>
                <a:cs typeface="Trebuchet MS"/>
              </a:rPr>
              <a:t>is</a:t>
            </a:r>
            <a:r>
              <a:rPr dirty="0" sz="2550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550" spc="-10">
                <a:solidFill>
                  <a:srgbClr val="033358"/>
                </a:solidFill>
                <a:latin typeface="Trebuchet MS"/>
                <a:cs typeface="Trebuchet MS"/>
              </a:rPr>
              <a:t>plateauing.</a:t>
            </a:r>
            <a:endParaRPr sz="2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2550">
              <a:latin typeface="Trebuchet MS"/>
              <a:cs typeface="Trebuchet MS"/>
            </a:endParaRPr>
          </a:p>
          <a:p>
            <a:pPr marL="2533650">
              <a:lnSpc>
                <a:spcPct val="100000"/>
              </a:lnSpc>
              <a:spcBef>
                <a:spcPts val="5"/>
              </a:spcBef>
            </a:pPr>
            <a:r>
              <a:rPr dirty="0" sz="2800" spc="105" b="1">
                <a:solidFill>
                  <a:srgbClr val="033358"/>
                </a:solidFill>
                <a:latin typeface="Trebuchet MS"/>
                <a:cs typeface="Trebuchet MS"/>
              </a:rPr>
              <a:t>IT22273758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033358"/>
                </a:solidFill>
                <a:latin typeface="Trebuchet MS"/>
                <a:cs typeface="Trebuchet MS"/>
              </a:rPr>
              <a:t>K.A.I.Fernando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-610" b="1">
                <a:solidFill>
                  <a:srgbClr val="033358"/>
                </a:solidFill>
                <a:latin typeface="Trebuchet MS"/>
                <a:cs typeface="Trebuchet MS"/>
              </a:rPr>
              <a:t>|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25</a:t>
            </a:r>
            <a:r>
              <a:rPr dirty="0" sz="2800" spc="-125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35" b="1">
                <a:solidFill>
                  <a:srgbClr val="033358"/>
                </a:solidFill>
                <a:latin typeface="Trebuchet MS"/>
                <a:cs typeface="Trebuchet MS"/>
              </a:rPr>
              <a:t>26J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285" b="1">
                <a:solidFill>
                  <a:srgbClr val="033358"/>
                </a:solidFill>
                <a:latin typeface="Trebuchet MS"/>
                <a:cs typeface="Trebuchet MS"/>
              </a:rPr>
              <a:t>-</a:t>
            </a:r>
            <a:r>
              <a:rPr dirty="0" sz="2800" spc="-130" b="1">
                <a:solidFill>
                  <a:srgbClr val="033358"/>
                </a:solidFill>
                <a:latin typeface="Trebuchet MS"/>
                <a:cs typeface="Trebuchet MS"/>
              </a:rPr>
              <a:t> </a:t>
            </a:r>
            <a:r>
              <a:rPr dirty="0" sz="2800" spc="170" b="1">
                <a:solidFill>
                  <a:srgbClr val="033358"/>
                </a:solidFill>
                <a:latin typeface="Trebuchet MS"/>
                <a:cs typeface="Trebuchet MS"/>
              </a:rPr>
              <a:t>383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897466"/>
            <a:ext cx="3537585" cy="5389880"/>
            <a:chOff x="0" y="4897466"/>
            <a:chExt cx="3537585" cy="5389880"/>
          </a:xfrm>
        </p:grpSpPr>
        <p:sp>
          <p:nvSpPr>
            <p:cNvPr id="3" name="object 3"/>
            <p:cNvSpPr/>
            <p:nvPr/>
          </p:nvSpPr>
          <p:spPr>
            <a:xfrm>
              <a:off x="0" y="4897475"/>
              <a:ext cx="3537585" cy="5389880"/>
            </a:xfrm>
            <a:custGeom>
              <a:avLst/>
              <a:gdLst/>
              <a:ahLst/>
              <a:cxnLst/>
              <a:rect l="l" t="t" r="r" b="b"/>
              <a:pathLst>
                <a:path w="3537585" h="5389880">
                  <a:moveTo>
                    <a:pt x="2450655" y="5389537"/>
                  </a:moveTo>
                  <a:lnTo>
                    <a:pt x="0" y="1765414"/>
                  </a:lnTo>
                  <a:lnTo>
                    <a:pt x="0" y="5389537"/>
                  </a:lnTo>
                  <a:lnTo>
                    <a:pt x="2450655" y="5389537"/>
                  </a:lnTo>
                  <a:close/>
                </a:path>
                <a:path w="3537585" h="5389880">
                  <a:moveTo>
                    <a:pt x="3537356" y="5389537"/>
                  </a:moveTo>
                  <a:lnTo>
                    <a:pt x="51866" y="78587"/>
                  </a:lnTo>
                  <a:lnTo>
                    <a:pt x="279" y="0"/>
                  </a:lnTo>
                  <a:lnTo>
                    <a:pt x="0" y="0"/>
                  </a:lnTo>
                  <a:lnTo>
                    <a:pt x="0" y="78816"/>
                  </a:lnTo>
                  <a:lnTo>
                    <a:pt x="139" y="78587"/>
                  </a:lnTo>
                  <a:lnTo>
                    <a:pt x="3485464" y="5389537"/>
                  </a:lnTo>
                  <a:lnTo>
                    <a:pt x="3537356" y="5389537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5439104"/>
              <a:ext cx="546735" cy="2787650"/>
            </a:xfrm>
            <a:custGeom>
              <a:avLst/>
              <a:gdLst/>
              <a:ahLst/>
              <a:cxnLst/>
              <a:rect l="l" t="t" r="r" b="b"/>
              <a:pathLst>
                <a:path w="546735" h="2787650">
                  <a:moveTo>
                    <a:pt x="531456" y="2744152"/>
                  </a:moveTo>
                  <a:lnTo>
                    <a:pt x="0" y="2744152"/>
                  </a:lnTo>
                  <a:lnTo>
                    <a:pt x="0" y="2787446"/>
                  </a:lnTo>
                  <a:lnTo>
                    <a:pt x="531456" y="2787446"/>
                  </a:lnTo>
                  <a:lnTo>
                    <a:pt x="531456" y="2744152"/>
                  </a:lnTo>
                  <a:close/>
                </a:path>
                <a:path w="546735" h="2787650">
                  <a:moveTo>
                    <a:pt x="54662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503313" y="43180"/>
                  </a:lnTo>
                  <a:lnTo>
                    <a:pt x="503313" y="2402840"/>
                  </a:lnTo>
                  <a:lnTo>
                    <a:pt x="0" y="2402840"/>
                  </a:lnTo>
                  <a:lnTo>
                    <a:pt x="0" y="2446020"/>
                  </a:lnTo>
                  <a:lnTo>
                    <a:pt x="546620" y="2446020"/>
                  </a:lnTo>
                  <a:lnTo>
                    <a:pt x="546620" y="2402840"/>
                  </a:lnTo>
                  <a:lnTo>
                    <a:pt x="546620" y="43180"/>
                  </a:lnTo>
                  <a:lnTo>
                    <a:pt x="546620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662" y="9834362"/>
              <a:ext cx="189664" cy="1896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44" y="9834362"/>
              <a:ext cx="189664" cy="1896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981" y="9834362"/>
              <a:ext cx="189664" cy="1896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9834362"/>
              <a:ext cx="179271" cy="1896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7344" y="9552681"/>
              <a:ext cx="189664" cy="1896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5662" y="9552681"/>
              <a:ext cx="189664" cy="18966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3981" y="9552681"/>
              <a:ext cx="189664" cy="1896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2692" y="9552681"/>
              <a:ext cx="179271" cy="1896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67344" y="9270999"/>
              <a:ext cx="189664" cy="1896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85662" y="9270999"/>
              <a:ext cx="189664" cy="1896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03981" y="9270999"/>
              <a:ext cx="189664" cy="1896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2692" y="9271000"/>
              <a:ext cx="179271" cy="1896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44" y="8989317"/>
              <a:ext cx="189664" cy="18966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662" y="8989317"/>
              <a:ext cx="189664" cy="1896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981" y="8989317"/>
              <a:ext cx="189664" cy="1896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8989317"/>
              <a:ext cx="179271" cy="18966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662" y="8707636"/>
              <a:ext cx="189664" cy="18966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7344" y="8707636"/>
              <a:ext cx="189664" cy="1896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3981" y="8707636"/>
              <a:ext cx="189664" cy="18966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692" y="8707637"/>
              <a:ext cx="179271" cy="18966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67344" y="8436131"/>
              <a:ext cx="189664" cy="1794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5663" y="8436131"/>
              <a:ext cx="189664" cy="17948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2692" y="8436131"/>
              <a:ext cx="179271" cy="1794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03981" y="8436131"/>
              <a:ext cx="189664" cy="179488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14742002" y="0"/>
            <a:ext cx="3546475" cy="5402580"/>
            <a:chOff x="14742002" y="0"/>
            <a:chExt cx="3546475" cy="5402580"/>
          </a:xfrm>
        </p:grpSpPr>
        <p:sp>
          <p:nvSpPr>
            <p:cNvPr id="30" name="object 30"/>
            <p:cNvSpPr/>
            <p:nvPr/>
          </p:nvSpPr>
          <p:spPr>
            <a:xfrm>
              <a:off x="14741994" y="0"/>
              <a:ext cx="3546475" cy="5402580"/>
            </a:xfrm>
            <a:custGeom>
              <a:avLst/>
              <a:gdLst/>
              <a:ahLst/>
              <a:cxnLst/>
              <a:rect l="l" t="t" r="r" b="b"/>
              <a:pathLst>
                <a:path w="3546475" h="5402580">
                  <a:moveTo>
                    <a:pt x="3545903" y="5323598"/>
                  </a:moveTo>
                  <a:lnTo>
                    <a:pt x="3545713" y="5323878"/>
                  </a:lnTo>
                  <a:lnTo>
                    <a:pt x="51904" y="0"/>
                  </a:lnTo>
                  <a:lnTo>
                    <a:pt x="0" y="0"/>
                  </a:lnTo>
                  <a:lnTo>
                    <a:pt x="3493986" y="5323878"/>
                  </a:lnTo>
                  <a:lnTo>
                    <a:pt x="3545573" y="5402478"/>
                  </a:lnTo>
                  <a:lnTo>
                    <a:pt x="3545903" y="5402478"/>
                  </a:lnTo>
                  <a:lnTo>
                    <a:pt x="3545903" y="5323598"/>
                  </a:lnTo>
                  <a:close/>
                </a:path>
                <a:path w="3546475" h="5402580">
                  <a:moveTo>
                    <a:pt x="3546005" y="0"/>
                  </a:moveTo>
                  <a:lnTo>
                    <a:pt x="1086446" y="0"/>
                  </a:lnTo>
                  <a:lnTo>
                    <a:pt x="3546005" y="3637267"/>
                  </a:lnTo>
                  <a:lnTo>
                    <a:pt x="3546005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7741226" y="2073401"/>
              <a:ext cx="547370" cy="2787650"/>
            </a:xfrm>
            <a:custGeom>
              <a:avLst/>
              <a:gdLst/>
              <a:ahLst/>
              <a:cxnLst/>
              <a:rect l="l" t="t" r="r" b="b"/>
              <a:pathLst>
                <a:path w="547369" h="2787650">
                  <a:moveTo>
                    <a:pt x="546773" y="341414"/>
                  </a:moveTo>
                  <a:lnTo>
                    <a:pt x="0" y="341414"/>
                  </a:lnTo>
                  <a:lnTo>
                    <a:pt x="0" y="384594"/>
                  </a:lnTo>
                  <a:lnTo>
                    <a:pt x="0" y="2744254"/>
                  </a:lnTo>
                  <a:lnTo>
                    <a:pt x="0" y="2787434"/>
                  </a:lnTo>
                  <a:lnTo>
                    <a:pt x="546773" y="2787434"/>
                  </a:lnTo>
                  <a:lnTo>
                    <a:pt x="546773" y="2744254"/>
                  </a:lnTo>
                  <a:lnTo>
                    <a:pt x="43307" y="2744254"/>
                  </a:lnTo>
                  <a:lnTo>
                    <a:pt x="43307" y="384594"/>
                  </a:lnTo>
                  <a:lnTo>
                    <a:pt x="546773" y="384594"/>
                  </a:lnTo>
                  <a:lnTo>
                    <a:pt x="546773" y="341414"/>
                  </a:lnTo>
                  <a:close/>
                </a:path>
                <a:path w="547369" h="2787650">
                  <a:moveTo>
                    <a:pt x="546773" y="0"/>
                  </a:moveTo>
                  <a:lnTo>
                    <a:pt x="15163" y="0"/>
                  </a:lnTo>
                  <a:lnTo>
                    <a:pt x="15163" y="43294"/>
                  </a:lnTo>
                  <a:lnTo>
                    <a:pt x="546773" y="43294"/>
                  </a:lnTo>
                  <a:lnTo>
                    <a:pt x="546773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30851" y="275911"/>
              <a:ext cx="189664" cy="18966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2532" y="275911"/>
              <a:ext cx="189664" cy="18966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794214" y="275911"/>
              <a:ext cx="189664" cy="18966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30851" y="557592"/>
              <a:ext cx="189664" cy="18966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075897" y="275910"/>
              <a:ext cx="179271" cy="18966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512532" y="557592"/>
              <a:ext cx="189664" cy="18966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794214" y="557592"/>
              <a:ext cx="189664" cy="1896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075897" y="557592"/>
              <a:ext cx="179271" cy="18966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839273"/>
              <a:ext cx="189664" cy="1896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839273"/>
              <a:ext cx="189664" cy="18966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839273"/>
              <a:ext cx="189664" cy="1896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839273"/>
              <a:ext cx="179271" cy="18966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120955"/>
              <a:ext cx="189664" cy="18966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120955"/>
              <a:ext cx="189664" cy="18966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120955"/>
              <a:ext cx="189664" cy="18966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120955"/>
              <a:ext cx="179271" cy="18966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12532" y="1402636"/>
              <a:ext cx="189664" cy="18966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230851" y="1402636"/>
              <a:ext cx="189664" cy="18966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794214" y="1402636"/>
              <a:ext cx="189664" cy="18966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75897" y="1402636"/>
              <a:ext cx="179271" cy="18966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30852" y="1684318"/>
              <a:ext cx="189664" cy="17948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12533" y="1684318"/>
              <a:ext cx="189664" cy="1794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94215" y="1684318"/>
              <a:ext cx="189664" cy="1794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075897" y="1684318"/>
              <a:ext cx="179271" cy="179488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15504371" y="6257172"/>
            <a:ext cx="2783840" cy="4030345"/>
            <a:chOff x="15504371" y="6257172"/>
            <a:chExt cx="2783840" cy="4030345"/>
          </a:xfrm>
        </p:grpSpPr>
        <p:sp>
          <p:nvSpPr>
            <p:cNvPr id="57" name="object 57"/>
            <p:cNvSpPr/>
            <p:nvPr/>
          </p:nvSpPr>
          <p:spPr>
            <a:xfrm>
              <a:off x="15643428" y="6257175"/>
              <a:ext cx="2644775" cy="4030345"/>
            </a:xfrm>
            <a:custGeom>
              <a:avLst/>
              <a:gdLst/>
              <a:ahLst/>
              <a:cxnLst/>
              <a:rect l="l" t="t" r="r" b="b"/>
              <a:pathLst>
                <a:path w="2644775" h="4030345">
                  <a:moveTo>
                    <a:pt x="2644559" y="1727123"/>
                  </a:moveTo>
                  <a:lnTo>
                    <a:pt x="1087450" y="4029837"/>
                  </a:lnTo>
                  <a:lnTo>
                    <a:pt x="2644559" y="4029837"/>
                  </a:lnTo>
                  <a:lnTo>
                    <a:pt x="2644559" y="1727123"/>
                  </a:lnTo>
                  <a:close/>
                </a:path>
                <a:path w="2644775" h="4030345">
                  <a:moveTo>
                    <a:pt x="2644559" y="0"/>
                  </a:moveTo>
                  <a:lnTo>
                    <a:pt x="0" y="4029837"/>
                  </a:lnTo>
                  <a:lnTo>
                    <a:pt x="51701" y="4029837"/>
                  </a:lnTo>
                  <a:lnTo>
                    <a:pt x="2644559" y="78816"/>
                  </a:lnTo>
                  <a:lnTo>
                    <a:pt x="2644559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5504363" y="6263017"/>
              <a:ext cx="2783840" cy="3096260"/>
            </a:xfrm>
            <a:custGeom>
              <a:avLst/>
              <a:gdLst/>
              <a:ahLst/>
              <a:cxnLst/>
              <a:rect l="l" t="t" r="r" b="b"/>
              <a:pathLst>
                <a:path w="2783840" h="3096259">
                  <a:moveTo>
                    <a:pt x="2783624" y="3053080"/>
                  </a:moveTo>
                  <a:lnTo>
                    <a:pt x="43307" y="3053080"/>
                  </a:lnTo>
                  <a:lnTo>
                    <a:pt x="43307" y="43180"/>
                  </a:lnTo>
                  <a:lnTo>
                    <a:pt x="745020" y="43180"/>
                  </a:lnTo>
                  <a:lnTo>
                    <a:pt x="745020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3053080"/>
                  </a:lnTo>
                  <a:lnTo>
                    <a:pt x="0" y="3096260"/>
                  </a:lnTo>
                  <a:lnTo>
                    <a:pt x="2783624" y="3096260"/>
                  </a:lnTo>
                  <a:lnTo>
                    <a:pt x="2783624" y="3053080"/>
                  </a:lnTo>
                  <a:close/>
                </a:path>
                <a:path w="2783840" h="3096259">
                  <a:moveTo>
                    <a:pt x="2783624" y="308610"/>
                  </a:moveTo>
                  <a:lnTo>
                    <a:pt x="426529" y="308610"/>
                  </a:lnTo>
                  <a:lnTo>
                    <a:pt x="426529" y="351790"/>
                  </a:lnTo>
                  <a:lnTo>
                    <a:pt x="426529" y="2711450"/>
                  </a:lnTo>
                  <a:lnTo>
                    <a:pt x="426529" y="2754630"/>
                  </a:lnTo>
                  <a:lnTo>
                    <a:pt x="2783624" y="2754630"/>
                  </a:lnTo>
                  <a:lnTo>
                    <a:pt x="2783624" y="2711450"/>
                  </a:lnTo>
                  <a:lnTo>
                    <a:pt x="469836" y="2711450"/>
                  </a:lnTo>
                  <a:lnTo>
                    <a:pt x="469836" y="351790"/>
                  </a:lnTo>
                  <a:lnTo>
                    <a:pt x="2783624" y="351790"/>
                  </a:lnTo>
                  <a:lnTo>
                    <a:pt x="2783624" y="30861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/>
          <p:cNvGrpSpPr/>
          <p:nvPr/>
        </p:nvGrpSpPr>
        <p:grpSpPr>
          <a:xfrm>
            <a:off x="0" y="0"/>
            <a:ext cx="3082290" cy="4257040"/>
            <a:chOff x="0" y="0"/>
            <a:chExt cx="3082290" cy="4257040"/>
          </a:xfrm>
        </p:grpSpPr>
        <p:sp>
          <p:nvSpPr>
            <p:cNvPr id="60" name="object 60"/>
            <p:cNvSpPr/>
            <p:nvPr/>
          </p:nvSpPr>
          <p:spPr>
            <a:xfrm>
              <a:off x="0" y="11"/>
              <a:ext cx="2942590" cy="4257040"/>
            </a:xfrm>
            <a:custGeom>
              <a:avLst/>
              <a:gdLst/>
              <a:ahLst/>
              <a:cxnLst/>
              <a:rect l="l" t="t" r="r" b="b"/>
              <a:pathLst>
                <a:path w="2942590" h="4257040">
                  <a:moveTo>
                    <a:pt x="1855127" y="0"/>
                  </a:moveTo>
                  <a:lnTo>
                    <a:pt x="0" y="0"/>
                  </a:lnTo>
                  <a:lnTo>
                    <a:pt x="0" y="2271280"/>
                  </a:lnTo>
                  <a:lnTo>
                    <a:pt x="159626" y="2507348"/>
                  </a:lnTo>
                  <a:lnTo>
                    <a:pt x="1855127" y="0"/>
                  </a:lnTo>
                  <a:close/>
                </a:path>
                <a:path w="2942590" h="4257040">
                  <a:moveTo>
                    <a:pt x="2942577" y="0"/>
                  </a:moveTo>
                  <a:lnTo>
                    <a:pt x="2890875" y="0"/>
                  </a:lnTo>
                  <a:lnTo>
                    <a:pt x="148793" y="4178376"/>
                  </a:lnTo>
                  <a:lnTo>
                    <a:pt x="0" y="3951630"/>
                  </a:lnTo>
                  <a:lnTo>
                    <a:pt x="0" y="4030459"/>
                  </a:lnTo>
                  <a:lnTo>
                    <a:pt x="97078" y="4178376"/>
                  </a:lnTo>
                  <a:lnTo>
                    <a:pt x="148653" y="4256976"/>
                  </a:lnTo>
                  <a:lnTo>
                    <a:pt x="148945" y="4256976"/>
                  </a:lnTo>
                  <a:lnTo>
                    <a:pt x="2942577" y="0"/>
                  </a:lnTo>
                  <a:close/>
                </a:path>
              </a:pathLst>
            </a:custGeom>
            <a:solidFill>
              <a:srgbClr val="9AD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0" y="927696"/>
              <a:ext cx="3082290" cy="3096260"/>
            </a:xfrm>
            <a:custGeom>
              <a:avLst/>
              <a:gdLst/>
              <a:ahLst/>
              <a:cxnLst/>
              <a:rect l="l" t="t" r="r" b="b"/>
              <a:pathLst>
                <a:path w="3082290" h="3096260">
                  <a:moveTo>
                    <a:pt x="2655138" y="341630"/>
                  </a:moveTo>
                  <a:lnTo>
                    <a:pt x="0" y="341630"/>
                  </a:lnTo>
                  <a:lnTo>
                    <a:pt x="0" y="384810"/>
                  </a:lnTo>
                  <a:lnTo>
                    <a:pt x="2611831" y="384810"/>
                  </a:lnTo>
                  <a:lnTo>
                    <a:pt x="2611831" y="2744470"/>
                  </a:lnTo>
                  <a:lnTo>
                    <a:pt x="0" y="2744470"/>
                  </a:lnTo>
                  <a:lnTo>
                    <a:pt x="0" y="2787650"/>
                  </a:lnTo>
                  <a:lnTo>
                    <a:pt x="2655138" y="2787650"/>
                  </a:lnTo>
                  <a:lnTo>
                    <a:pt x="2655138" y="2744470"/>
                  </a:lnTo>
                  <a:lnTo>
                    <a:pt x="2655138" y="384810"/>
                  </a:lnTo>
                  <a:lnTo>
                    <a:pt x="2655138" y="341630"/>
                  </a:lnTo>
                  <a:close/>
                </a:path>
                <a:path w="3082290" h="3096260">
                  <a:moveTo>
                    <a:pt x="3081667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3038360" y="43180"/>
                  </a:lnTo>
                  <a:lnTo>
                    <a:pt x="3038360" y="3053080"/>
                  </a:lnTo>
                  <a:lnTo>
                    <a:pt x="2336647" y="3053080"/>
                  </a:lnTo>
                  <a:lnTo>
                    <a:pt x="2336647" y="3096260"/>
                  </a:lnTo>
                  <a:lnTo>
                    <a:pt x="3081667" y="3096260"/>
                  </a:lnTo>
                  <a:lnTo>
                    <a:pt x="3081667" y="3053080"/>
                  </a:lnTo>
                  <a:lnTo>
                    <a:pt x="3081667" y="43180"/>
                  </a:lnTo>
                  <a:lnTo>
                    <a:pt x="3081667" y="0"/>
                  </a:lnTo>
                  <a:close/>
                </a:path>
              </a:pathLst>
            </a:custGeom>
            <a:solidFill>
              <a:srgbClr val="56C2D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10"/>
              <a:t>THANK</a:t>
            </a:r>
            <a:r>
              <a:rPr dirty="0" spc="-385"/>
              <a:t> </a:t>
            </a:r>
            <a:r>
              <a:rPr dirty="0" spc="1585"/>
              <a:t>YOU</a:t>
            </a:r>
            <a:r>
              <a:rPr dirty="0" spc="-380"/>
              <a:t> </a:t>
            </a:r>
            <a:r>
              <a:rPr dirty="0" spc="-350"/>
              <a:t>!</a:t>
            </a:r>
          </a:p>
          <a:p>
            <a:pPr marL="2849880" marR="2373630" indent="392430">
              <a:lnSpc>
                <a:spcPct val="117500"/>
              </a:lnSpc>
              <a:spcBef>
                <a:spcPts val="2080"/>
              </a:spcBef>
            </a:pPr>
            <a:r>
              <a:rPr dirty="0" sz="2500" spc="-535">
                <a:latin typeface="Tahoma"/>
                <a:cs typeface="Tahoma"/>
              </a:rPr>
              <a:t>I</a:t>
            </a:r>
            <a:r>
              <a:rPr dirty="0" sz="2500" spc="-125">
                <a:latin typeface="Tahoma"/>
                <a:cs typeface="Tahoma"/>
              </a:rPr>
              <a:t> </a:t>
            </a:r>
            <a:r>
              <a:rPr dirty="0" sz="2500" spc="-45">
                <a:latin typeface="Tahoma"/>
                <a:cs typeface="Tahoma"/>
              </a:rPr>
              <a:t>appreciate</a:t>
            </a:r>
            <a:r>
              <a:rPr dirty="0" sz="2500" spc="-125">
                <a:latin typeface="Tahoma"/>
                <a:cs typeface="Tahoma"/>
              </a:rPr>
              <a:t> </a:t>
            </a:r>
            <a:r>
              <a:rPr dirty="0" sz="2500" spc="-55">
                <a:latin typeface="Tahoma"/>
                <a:cs typeface="Tahoma"/>
              </a:rPr>
              <a:t>your</a:t>
            </a:r>
            <a:r>
              <a:rPr dirty="0" sz="2500" spc="-120">
                <a:latin typeface="Tahoma"/>
                <a:cs typeface="Tahoma"/>
              </a:rPr>
              <a:t> </a:t>
            </a:r>
            <a:r>
              <a:rPr dirty="0" sz="2500" spc="-55">
                <a:latin typeface="Tahoma"/>
                <a:cs typeface="Tahoma"/>
              </a:rPr>
              <a:t>interest</a:t>
            </a:r>
            <a:r>
              <a:rPr dirty="0" sz="2500" spc="-120">
                <a:latin typeface="Tahoma"/>
                <a:cs typeface="Tahoma"/>
              </a:rPr>
              <a:t> </a:t>
            </a:r>
            <a:r>
              <a:rPr dirty="0" sz="2500" spc="-50">
                <a:latin typeface="Tahoma"/>
                <a:cs typeface="Tahoma"/>
              </a:rPr>
              <a:t>and</a:t>
            </a:r>
            <a:r>
              <a:rPr dirty="0" sz="2500" spc="-120">
                <a:latin typeface="Tahoma"/>
                <a:cs typeface="Tahoma"/>
              </a:rPr>
              <a:t> </a:t>
            </a:r>
            <a:r>
              <a:rPr dirty="0" sz="2500" spc="-30">
                <a:latin typeface="Tahoma"/>
                <a:cs typeface="Tahoma"/>
              </a:rPr>
              <a:t>hope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 spc="-20">
                <a:latin typeface="Tahoma"/>
                <a:cs typeface="Tahoma"/>
              </a:rPr>
              <a:t>this </a:t>
            </a:r>
            <a:r>
              <a:rPr dirty="0" sz="2500" spc="-55">
                <a:latin typeface="Tahoma"/>
                <a:cs typeface="Tahoma"/>
              </a:rPr>
              <a:t>presentation</a:t>
            </a:r>
            <a:r>
              <a:rPr dirty="0" sz="2500" spc="-125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has</a:t>
            </a:r>
            <a:r>
              <a:rPr dirty="0" sz="2500" spc="-120">
                <a:latin typeface="Tahoma"/>
                <a:cs typeface="Tahoma"/>
              </a:rPr>
              <a:t> </a:t>
            </a:r>
            <a:r>
              <a:rPr dirty="0" sz="2500" spc="-35">
                <a:latin typeface="Tahoma"/>
                <a:cs typeface="Tahoma"/>
              </a:rPr>
              <a:t>provided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 spc="-70">
                <a:latin typeface="Tahoma"/>
                <a:cs typeface="Tahoma"/>
              </a:rPr>
              <a:t>valuable</a:t>
            </a:r>
            <a:r>
              <a:rPr dirty="0" sz="2500" spc="-114">
                <a:latin typeface="Tahoma"/>
                <a:cs typeface="Tahoma"/>
              </a:rPr>
              <a:t> </a:t>
            </a:r>
            <a:r>
              <a:rPr dirty="0" sz="2500" spc="-10">
                <a:latin typeface="Tahoma"/>
                <a:cs typeface="Tahoma"/>
              </a:rPr>
              <a:t>insights.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63" name="object 63" descr="$PPTXTitle"/>
          <p:cNvSpPr txBox="1">
            <a:spLocks noGrp="1"/>
          </p:cNvSpPr>
          <p:nvPr>
            <p:ph type="title"/>
          </p:nvPr>
        </p:nvSpPr>
        <p:spPr>
          <a:xfrm>
            <a:off x="6169119" y="2712161"/>
            <a:ext cx="59499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90"/>
              <a:t>PRESENTED</a:t>
            </a:r>
            <a:r>
              <a:rPr dirty="0" sz="3000" spc="-80"/>
              <a:t> </a:t>
            </a:r>
            <a:r>
              <a:rPr dirty="0" sz="3000" spc="165"/>
              <a:t>BY:</a:t>
            </a:r>
            <a:r>
              <a:rPr dirty="0" sz="3000" spc="-75"/>
              <a:t> </a:t>
            </a:r>
            <a:r>
              <a:rPr dirty="0" sz="3000" spc="325"/>
              <a:t>25</a:t>
            </a:r>
            <a:r>
              <a:rPr dirty="0" sz="3000" spc="-75"/>
              <a:t> </a:t>
            </a:r>
            <a:r>
              <a:rPr dirty="0" sz="3000" spc="220"/>
              <a:t>-</a:t>
            </a:r>
            <a:r>
              <a:rPr dirty="0" sz="3000" spc="-80"/>
              <a:t> </a:t>
            </a:r>
            <a:r>
              <a:rPr dirty="0" sz="3000" spc="195"/>
              <a:t>26J</a:t>
            </a:r>
            <a:r>
              <a:rPr dirty="0" sz="3000" spc="-75"/>
              <a:t> </a:t>
            </a:r>
            <a:r>
              <a:rPr dirty="0" sz="3000" spc="220"/>
              <a:t>-</a:t>
            </a:r>
            <a:r>
              <a:rPr dirty="0" sz="3000" spc="-75"/>
              <a:t> </a:t>
            </a:r>
            <a:r>
              <a:rPr dirty="0" sz="3000" spc="220"/>
              <a:t>383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it22563064 RATHNINDA R G S N C</dc:creator>
  <cp:keywords>DAHIrFFymSg,BAGQDW_7YWw,0</cp:keywords>
  <dc:title>Blue and White Minimalist Project Presentation</dc:title>
  <dcterms:created xsi:type="dcterms:W3CDTF">2026-05-06T07:32:38Z</dcterms:created>
  <dcterms:modified xsi:type="dcterms:W3CDTF">2026-05-06T07:32:38Z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2026-05-06T00:00:00Z</vt:filetime>
  </property>
  <property fmtid="{D5CDD505-2E9C-101B-9397-08002B2CF9AE}" pid="4" name="Creator">
    <vt:lpwstr>Canva</vt:lpwstr>
  </property>
  <property fmtid="{D5CDD505-2E9C-101B-9397-08002B2CF9AE}" pid="5" name="LastSaved">
    <vt:filetime>2026-05-06T00:00:00Z</vt:filetime>
  </property>
  <property fmtid="{D5CDD505-2E9C-101B-9397-08002B2CF9AE}" pid="6" name="Producer">
    <vt:lpwstr>Canva</vt:lpwstr>
  </property>
</Properties>
</file>